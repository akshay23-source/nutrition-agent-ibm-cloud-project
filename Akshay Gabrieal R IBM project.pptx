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p="http://schemas.openxmlformats.org/presentationml/2006/main" xmlns:r="http://schemas.openxmlformats.org/officeDocument/2006/relationships" xmlns:a="http://schemas.openxmlformats.org/drawingml/2006/main" autoCompressPictures="0" saveSubsetFonts="1">
  <p:sldMasterIdLst>
    <p:sldMasterId id="2147483648" r:id="rId1"/>
  </p:sldMasterIdLst>
  <p:notesMasterIdLst>
    <p:notesMasterId r:id="rId2"/>
  </p:notesMasterIdLst>
  <p:sldIdLst>
    <p:sldId id="257" r:id="rId3"/>
    <p:sldId id="258" r:id="rId4"/>
    <p:sldId id="259" r:id="rId5"/>
    <p:sldId id="260" r:id="rId6"/>
    <p:sldId id="271" r:id="rId7"/>
    <p:sldId id="261" r:id="rId8"/>
    <p:sldId id="262" r:id="rId9"/>
    <p:sldId id="263" r:id="rId10"/>
    <p:sldId id="276" r:id="rId11"/>
    <p:sldId id="277" r:id="rId12"/>
    <p:sldId id="278" r:id="rId13"/>
    <p:sldId id="285" r:id="rId14"/>
    <p:sldId id="264" r:id="rId15"/>
    <p:sldId id="265" r:id="rId16"/>
    <p:sldId id="266" r:id="rId17"/>
    <p:sldId id="267" r:id="rId18"/>
    <p:sldId id="268" r:id="rId19"/>
    <p:sldId id="269" r:id="rId20"/>
    <p:sldId id="270" r:id="rId21"/>
  </p:sldIdLst>
  <p:sldSz type="screen16x9" cy="6858000" cx="12192000"/>
  <p:notesSz cx="6858000" cy="9144000"/>
  <p:defaultTextStyle>
    <a:defPPr>
      <a:defRPr lang="en-US"/>
    </a:defPPr>
    <a:lvl1pPr algn="l" defTabSz="914400" eaLnBrk="1" hangingPunct="1" latinLnBrk="0" marL="0" rtl="0">
      <a:defRPr sz="1800" kern="1200">
        <a:solidFill>
          <a:schemeClr val="tx1"/>
        </a:solidFill>
        <a:latin typeface="+mn-lt"/>
        <a:ea typeface="+mn-ea"/>
        <a:cs typeface="+mn-cs"/>
      </a:defRPr>
    </a:lvl1pPr>
    <a:lvl2pPr algn="l" defTabSz="914400" eaLnBrk="1" hangingPunct="1" latinLnBrk="0" marL="457200" rtl="0">
      <a:defRPr sz="1800" kern="1200">
        <a:solidFill>
          <a:schemeClr val="tx1"/>
        </a:solidFill>
        <a:latin typeface="+mn-lt"/>
        <a:ea typeface="+mn-ea"/>
        <a:cs typeface="+mn-cs"/>
      </a:defRPr>
    </a:lvl2pPr>
    <a:lvl3pPr algn="l" defTabSz="914400" eaLnBrk="1" hangingPunct="1" latinLnBrk="0" marL="914400" rtl="0">
      <a:defRPr sz="1800" kern="1200">
        <a:solidFill>
          <a:schemeClr val="tx1"/>
        </a:solidFill>
        <a:latin typeface="+mn-lt"/>
        <a:ea typeface="+mn-ea"/>
        <a:cs typeface="+mn-cs"/>
      </a:defRPr>
    </a:lvl3pPr>
    <a:lvl4pPr algn="l" defTabSz="914400" eaLnBrk="1" hangingPunct="1" latinLnBrk="0" marL="1371600" rtl="0">
      <a:defRPr sz="1800" kern="1200">
        <a:solidFill>
          <a:schemeClr val="tx1"/>
        </a:solidFill>
        <a:latin typeface="+mn-lt"/>
        <a:ea typeface="+mn-ea"/>
        <a:cs typeface="+mn-cs"/>
      </a:defRPr>
    </a:lvl4pPr>
    <a:lvl5pPr algn="l" defTabSz="914400" eaLnBrk="1" hangingPunct="1" latinLnBrk="0" marL="1828800" rtl="0">
      <a:defRPr sz="1800" kern="1200">
        <a:solidFill>
          <a:schemeClr val="tx1"/>
        </a:solidFill>
        <a:latin typeface="+mn-lt"/>
        <a:ea typeface="+mn-ea"/>
        <a:cs typeface="+mn-cs"/>
      </a:defRPr>
    </a:lvl5pPr>
    <a:lvl6pPr algn="l" defTabSz="914400" eaLnBrk="1" hangingPunct="1" latinLnBrk="0" marL="2286000" rtl="0">
      <a:defRPr sz="1800" kern="1200">
        <a:solidFill>
          <a:schemeClr val="tx1"/>
        </a:solidFill>
        <a:latin typeface="+mn-lt"/>
        <a:ea typeface="+mn-ea"/>
        <a:cs typeface="+mn-cs"/>
      </a:defRPr>
    </a:lvl6pPr>
    <a:lvl7pPr algn="l" defTabSz="914400" eaLnBrk="1" hangingPunct="1" latinLnBrk="0" marL="2743200" rtl="0">
      <a:defRPr sz="1800" kern="1200">
        <a:solidFill>
          <a:schemeClr val="tx1"/>
        </a:solidFill>
        <a:latin typeface="+mn-lt"/>
        <a:ea typeface="+mn-ea"/>
        <a:cs typeface="+mn-cs"/>
      </a:defRPr>
    </a:lvl7pPr>
    <a:lvl8pPr algn="l" defTabSz="914400" eaLnBrk="1" hangingPunct="1" latinLnBrk="0" marL="3200400" rtl="0">
      <a:defRPr sz="1800" kern="1200">
        <a:solidFill>
          <a:schemeClr val="tx1"/>
        </a:solidFill>
        <a:latin typeface="+mn-lt"/>
        <a:ea typeface="+mn-ea"/>
        <a:cs typeface="+mn-cs"/>
      </a:defRPr>
    </a:lvl8pPr>
    <a:lvl9pPr algn="l" defTabSz="914400" eaLnBrk="1" hangingPunct="1" latinLnBrk="0" marL="3657600" rtl="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xmlns:r="http://schemas.openxmlformats.org/officeDocument/2006/relationships" xmlns:a="http://schemas.openxmlformats.org/drawingml/2006/main">
  <p:showPr>
    <p:present/>
    <p:sldAll/>
    <p:penClr>
      <a:prstClr val="red"/>
    </p:penClr>
  </p:showPr>
  <p:clrMru>
    <a:srgbClr val="42BA97"/>
    <a:srgbClr val="8E6C00"/>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rgbClr val="00000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p="http://schemas.openxmlformats.org/presentationml/2006/main" xmlns:r="http://schemas.openxmlformats.org/officeDocument/2006/relationships" xmlns:a="http://schemas.openxmlformats.org/drawingml/2006/main" lastView="sldThumbnailView">
  <p:normalViewPr>
    <p:restoredLeft sz="15620"/>
    <p:restoredTop sz="94660"/>
  </p:normalViewPr>
  <p:slideViewPr>
    <p:cSldViewPr snapToGrid="0">
      <p:cViewPr varScale="1">
        <p:scale>
          <a:sx n="70" d="100"/>
          <a:sy n="70" d="100"/>
        </p:scale>
        <p:origin x="512" y="52"/>
      </p:cViewPr>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tableStyles" Target="tableStyles.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customXml" Target="../customXml/item1.xml"/><Relationship Id="rId26" Type="http://schemas.openxmlformats.org/officeDocument/2006/relationships/customXmlProps" Target="../customXml/itemProps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53" name=""/>
        <p:cNvGrpSpPr/>
        <p:nvPr/>
      </p:nvGrpSpPr>
      <p:grpSpPr>
        <a:xfrm>
          <a:off x="0" y="0"/>
          <a:ext cx="0" cy="0"/>
          <a:chOff x="0" y="0"/>
          <a:chExt cx="0" cy="0"/>
        </a:xfrm>
      </p:grpSpPr>
      <p:sp>
        <p:nvSpPr>
          <p:cNvPr id="1048671" name="Header Placeholder 1"/>
          <p:cNvSpPr>
            <a:spLocks noGrp="1"/>
          </p:cNvSpPr>
          <p:nvPr>
            <p:ph type="hdr" sz="quarter"/>
          </p:nvPr>
        </p:nvSpPr>
        <p:spPr>
          <a:xfrm>
            <a:off x="0" y="0"/>
            <a:ext cx="2971800" cy="458788"/>
          </a:xfrm>
          <a:prstGeom prst="rect"/>
        </p:spPr>
        <p:txBody>
          <a:bodyPr bIns="45720" lIns="91440" rIns="91440" rtlCol="0" tIns="45720" vert="horz"/>
          <a:lstStyle>
            <a:lvl1pPr algn="l">
              <a:defRPr sz="1200"/>
            </a:lvl1pPr>
          </a:lstStyle>
          <a:p>
            <a:endParaRPr lang="en-IN"/>
          </a:p>
        </p:txBody>
      </p:sp>
      <p:sp>
        <p:nvSpPr>
          <p:cNvPr id="1048672" name="Date Placeholder 2"/>
          <p:cNvSpPr>
            <a:spLocks noGrp="1"/>
          </p:cNvSpPr>
          <p:nvPr>
            <p:ph type="dt" idx="1"/>
          </p:nvPr>
        </p:nvSpPr>
        <p:spPr>
          <a:xfrm>
            <a:off x="3884613" y="0"/>
            <a:ext cx="2971800" cy="458788"/>
          </a:xfrm>
          <a:prstGeom prst="rect"/>
        </p:spPr>
        <p:txBody>
          <a:bodyPr bIns="45720" lIns="91440" rIns="91440" rtlCol="0" tIns="45720" vert="horz"/>
          <a:lstStyle>
            <a:lvl1pPr algn="r">
              <a:defRPr sz="1200"/>
            </a:lvl1pPr>
          </a:lstStyle>
          <a:p>
            <a:fld id="{46256A78-79A6-408F-8148-4F87BB81602D}" type="datetimeFigureOut">
              <a:rPr lang="en-IN" smtClean="0"/>
              <a:t>22-07-2025</a:t>
            </a:fld>
            <a:endParaRPr lang="en-IN"/>
          </a:p>
        </p:txBody>
      </p:sp>
      <p:sp>
        <p:nvSpPr>
          <p:cNvPr id="1048673" name="Slide Image Placeholder 3"/>
          <p:cNvSpPr>
            <a:spLocks noChangeAspect="1" noRot="1" noGrp="1"/>
          </p:cNvSpPr>
          <p:nvPr>
            <p:ph type="sldImg" idx="2"/>
          </p:nvPr>
        </p:nvSpPr>
        <p:spPr>
          <a:xfrm>
            <a:off x="685800" y="1143000"/>
            <a:ext cx="5486400" cy="3086100"/>
          </a:xfrm>
          <a:prstGeom prst="rect"/>
          <a:noFill/>
          <a:ln w="12700">
            <a:solidFill>
              <a:prstClr val="black"/>
            </a:solidFill>
          </a:ln>
        </p:spPr>
        <p:txBody>
          <a:bodyPr anchor="ctr" bIns="45720" lIns="91440" rIns="91440" rtlCol="0" tIns="45720" vert="horz"/>
          <a:p>
            <a:endParaRPr lang="en-IN"/>
          </a:p>
        </p:txBody>
      </p:sp>
      <p:sp>
        <p:nvSpPr>
          <p:cNvPr id="1048674" name="Notes Placeholder 4"/>
          <p:cNvSpPr>
            <a:spLocks noGrp="1"/>
          </p:cNvSpPr>
          <p:nvPr>
            <p:ph type="body" sz="quarter" idx="3"/>
          </p:nvPr>
        </p:nvSpPr>
        <p:spPr>
          <a:xfrm>
            <a:off x="685800" y="4400550"/>
            <a:ext cx="5486400" cy="3600450"/>
          </a:xfrm>
          <a:prstGeom prst="rect"/>
        </p:spPr>
        <p:txBody>
          <a:bodyPr bIns="45720" lIns="91440" rIns="91440" rtlCol="0" tIns="45720" vert="horz"/>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675" name="Footer Placeholder 5"/>
          <p:cNvSpPr>
            <a:spLocks noGrp="1"/>
          </p:cNvSpPr>
          <p:nvPr>
            <p:ph type="ftr" sz="quarter" idx="4"/>
          </p:nvPr>
        </p:nvSpPr>
        <p:spPr>
          <a:xfrm>
            <a:off x="0" y="8685213"/>
            <a:ext cx="2971800" cy="458787"/>
          </a:xfrm>
          <a:prstGeom prst="rect"/>
        </p:spPr>
        <p:txBody>
          <a:bodyPr anchor="b" bIns="45720" lIns="91440" rIns="91440" rtlCol="0" tIns="45720" vert="horz"/>
          <a:lstStyle>
            <a:lvl1pPr algn="l">
              <a:defRPr sz="1200"/>
            </a:lvl1pPr>
          </a:lstStyle>
          <a:p>
            <a:endParaRPr lang="en-IN"/>
          </a:p>
        </p:txBody>
      </p:sp>
      <p:sp>
        <p:nvSpPr>
          <p:cNvPr id="1048676" name="Slide Number Placeholder 6"/>
          <p:cNvSpPr>
            <a:spLocks noGrp="1"/>
          </p:cNvSpPr>
          <p:nvPr>
            <p:ph type="sldNum" sz="quarter" idx="5"/>
          </p:nvPr>
        </p:nvSpPr>
        <p:spPr>
          <a:xfrm>
            <a:off x="3884613" y="8685213"/>
            <a:ext cx="2971800" cy="458787"/>
          </a:xfrm>
          <a:prstGeom prst="rect"/>
        </p:spPr>
        <p:txBody>
          <a:bodyPr anchor="b" bIns="45720" lIns="91440" rIns="91440" rtlCol="0" tIns="45720" vert="horz"/>
          <a:lstStyle>
            <a:lvl1pPr algn="r">
              <a:defRPr sz="1200"/>
            </a:lvl1pPr>
          </a:lstStyle>
          <a:p>
            <a:fld id="{17E254F1-4415-47BF-9E91-C5D4B9A33350}" type="slidenum">
              <a:rPr lang="en-IN" smtClean="0"/>
              <a:t>‹#›</a:t>
            </a:fld>
            <a:endParaRPr lang="en-IN"/>
          </a:p>
        </p:txBody>
      </p:sp>
    </p:spTree>
  </p:cSld>
  <p:clrMap accent1="accent1" accent2="accent2" accent3="accent3" accent4="accent4" accent5="accent5" accent6="accent6" bg1="lt1" bg2="lt2" tx1="dk1" tx2="dk2" hlink="hlink" folHlink="folHlink"/>
  <p:notesStyle>
    <a:lvl1pPr algn="l" defTabSz="914400" eaLnBrk="1" hangingPunct="1" latinLnBrk="0" marL="0" rtl="0">
      <a:defRPr sz="1200" kern="1200">
        <a:solidFill>
          <a:schemeClr val="tx1"/>
        </a:solidFill>
        <a:latin typeface="+mn-lt"/>
        <a:ea typeface="+mn-ea"/>
        <a:cs typeface="+mn-cs"/>
      </a:defRPr>
    </a:lvl1pPr>
    <a:lvl2pPr algn="l" defTabSz="914400" eaLnBrk="1" hangingPunct="1" latinLnBrk="0" marL="457200" rtl="0">
      <a:defRPr sz="1200" kern="1200">
        <a:solidFill>
          <a:schemeClr val="tx1"/>
        </a:solidFill>
        <a:latin typeface="+mn-lt"/>
        <a:ea typeface="+mn-ea"/>
        <a:cs typeface="+mn-cs"/>
      </a:defRPr>
    </a:lvl2pPr>
    <a:lvl3pPr algn="l" defTabSz="914400" eaLnBrk="1" hangingPunct="1" latinLnBrk="0" marL="914400" rtl="0">
      <a:defRPr sz="1200" kern="1200">
        <a:solidFill>
          <a:schemeClr val="tx1"/>
        </a:solidFill>
        <a:latin typeface="+mn-lt"/>
        <a:ea typeface="+mn-ea"/>
        <a:cs typeface="+mn-cs"/>
      </a:defRPr>
    </a:lvl3pPr>
    <a:lvl4pPr algn="l" defTabSz="914400" eaLnBrk="1" hangingPunct="1" latinLnBrk="0" marL="1371600" rtl="0">
      <a:defRPr sz="1200" kern="1200">
        <a:solidFill>
          <a:schemeClr val="tx1"/>
        </a:solidFill>
        <a:latin typeface="+mn-lt"/>
        <a:ea typeface="+mn-ea"/>
        <a:cs typeface="+mn-cs"/>
      </a:defRPr>
    </a:lvl4pPr>
    <a:lvl5pPr algn="l" defTabSz="914400" eaLnBrk="1" hangingPunct="1" latinLnBrk="0" marL="1828800" rtl="0">
      <a:defRPr sz="1200" kern="1200">
        <a:solidFill>
          <a:schemeClr val="tx1"/>
        </a:solidFill>
        <a:latin typeface="+mn-lt"/>
        <a:ea typeface="+mn-ea"/>
        <a:cs typeface="+mn-cs"/>
      </a:defRPr>
    </a:lvl5pPr>
    <a:lvl6pPr algn="l" defTabSz="914400" eaLnBrk="1" hangingPunct="1" latinLnBrk="0" marL="2286000" rtl="0">
      <a:defRPr sz="1200" kern="1200">
        <a:solidFill>
          <a:schemeClr val="tx1"/>
        </a:solidFill>
        <a:latin typeface="+mn-lt"/>
        <a:ea typeface="+mn-ea"/>
        <a:cs typeface="+mn-cs"/>
      </a:defRPr>
    </a:lvl6pPr>
    <a:lvl7pPr algn="l" defTabSz="914400" eaLnBrk="1" hangingPunct="1" latinLnBrk="0" marL="2743200" rtl="0">
      <a:defRPr sz="1200" kern="1200">
        <a:solidFill>
          <a:schemeClr val="tx1"/>
        </a:solidFill>
        <a:latin typeface="+mn-lt"/>
        <a:ea typeface="+mn-ea"/>
        <a:cs typeface="+mn-cs"/>
      </a:defRPr>
    </a:lvl7pPr>
    <a:lvl8pPr algn="l" defTabSz="914400" eaLnBrk="1" hangingPunct="1" latinLnBrk="0" marL="3200400" rtl="0">
      <a:defRPr sz="1200" kern="1200">
        <a:solidFill>
          <a:schemeClr val="tx1"/>
        </a:solidFill>
        <a:latin typeface="+mn-lt"/>
        <a:ea typeface="+mn-ea"/>
        <a:cs typeface="+mn-cs"/>
      </a:defRPr>
    </a:lvl8pPr>
    <a:lvl9pPr algn="l" defTabSz="914400" eaLnBrk="1" hangingPunct="1" latinLnBrk="0" marL="3657600" rtl="0">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type="title">
  <p:cSld name="Title Slide">
    <p:spTree>
      <p:nvGrpSpPr>
        <p:cNvPr id="24" name=""/>
        <p:cNvGrpSpPr/>
        <p:nvPr/>
      </p:nvGrpSpPr>
      <p:grpSpPr>
        <a:xfrm>
          <a:off x="0" y="0"/>
          <a:ext cx="0" cy="0"/>
          <a:chOff x="0" y="0"/>
          <a:chExt cx="0" cy="0"/>
        </a:xfrm>
      </p:grpSpPr>
      <p:sp>
        <p:nvSpPr>
          <p:cNvPr id="1048583" name="Rectangle 6"/>
          <p:cNvSpPr/>
          <p:nvPr/>
        </p:nvSpPr>
        <p:spPr>
          <a:xfrm>
            <a:off x="446534" y="3085764"/>
            <a:ext cx="11298932" cy="3338149"/>
          </a:xfrm>
          <a:prstGeom prst="rect"/>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48584"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1048585" name="Subtitle 2"/>
          <p:cNvSpPr>
            <a:spLocks noGrp="1"/>
          </p:cNvSpPr>
          <p:nvPr>
            <p:ph type="subTitle" idx="1"/>
          </p:nvPr>
        </p:nvSpPr>
        <p:spPr>
          <a:xfrm>
            <a:off x="581194" y="2495445"/>
            <a:ext cx="10993546" cy="590321"/>
          </a:xfrm>
        </p:spPr>
        <p:txBody>
          <a:bodyPr anchor="t">
            <a:normAutofit/>
          </a:bodyPr>
          <a:lstStyle>
            <a:lvl1pPr algn="l" indent="0" marL="0">
              <a:buNone/>
              <a:defRPr cap="all" sz="1600">
                <a:solidFill>
                  <a:schemeClr val="accent1"/>
                </a:solidFill>
              </a:defRPr>
            </a:lvl1pPr>
            <a:lvl2pPr algn="ctr" indent="0" marL="457200">
              <a:buNone/>
              <a:defRPr>
                <a:solidFill>
                  <a:schemeClr val="tx1">
                    <a:tint val="75000"/>
                  </a:schemeClr>
                </a:solidFill>
              </a:defRPr>
            </a:lvl2pPr>
            <a:lvl3pPr algn="ctr" indent="0" marL="914400">
              <a:buNone/>
              <a:defRPr>
                <a:solidFill>
                  <a:schemeClr val="tx1">
                    <a:tint val="75000"/>
                  </a:schemeClr>
                </a:solidFill>
              </a:defRPr>
            </a:lvl3pPr>
            <a:lvl4pPr algn="ctr" indent="0" marL="1371600">
              <a:buNone/>
              <a:defRPr>
                <a:solidFill>
                  <a:schemeClr val="tx1">
                    <a:tint val="75000"/>
                  </a:schemeClr>
                </a:solidFill>
              </a:defRPr>
            </a:lvl4pPr>
            <a:lvl5pPr algn="ctr" indent="0" marL="1828800">
              <a:buNone/>
              <a:defRPr>
                <a:solidFill>
                  <a:schemeClr val="tx1">
                    <a:tint val="75000"/>
                  </a:schemeClr>
                </a:solidFill>
              </a:defRPr>
            </a:lvl5pPr>
            <a:lvl6pPr algn="ctr" indent="0" marL="2286000">
              <a:buNone/>
              <a:defRPr>
                <a:solidFill>
                  <a:schemeClr val="tx1">
                    <a:tint val="75000"/>
                  </a:schemeClr>
                </a:solidFill>
              </a:defRPr>
            </a:lvl6pPr>
            <a:lvl7pPr algn="ctr" indent="0" marL="2743200">
              <a:buNone/>
              <a:defRPr>
                <a:solidFill>
                  <a:schemeClr val="tx1">
                    <a:tint val="75000"/>
                  </a:schemeClr>
                </a:solidFill>
              </a:defRPr>
            </a:lvl7pPr>
            <a:lvl8pPr algn="ctr" indent="0" marL="3200400">
              <a:buNone/>
              <a:defRPr>
                <a:solidFill>
                  <a:schemeClr val="tx1">
                    <a:tint val="75000"/>
                  </a:schemeClr>
                </a:solidFill>
              </a:defRPr>
            </a:lvl8pPr>
            <a:lvl9pPr algn="ctr" indent="0" marL="3657600">
              <a:buNone/>
              <a:defRPr>
                <a:solidFill>
                  <a:schemeClr val="tx1">
                    <a:tint val="75000"/>
                  </a:schemeClr>
                </a:solidFill>
              </a:defRPr>
            </a:lvl9pPr>
          </a:lstStyle>
          <a:p>
            <a:r>
              <a:rPr lang="en-US"/>
              <a:t>Click to edit Master subtitle style</a:t>
            </a:r>
          </a:p>
        </p:txBody>
      </p:sp>
      <p:sp>
        <p:nvSpPr>
          <p:cNvPr id="1048586" name="Date Placeholder 7"/>
          <p:cNvSpPr>
            <a:spLocks noGrp="1"/>
          </p:cNvSpPr>
          <p:nvPr>
            <p:ph type="dt" sz="half" idx="10"/>
          </p:nvPr>
        </p:nvSpPr>
        <p:spPr/>
        <p:txBody>
          <a:bodyPr/>
          <a:p>
            <a:fld id="{ED291B17-9318-49DB-B28B-6E5994AE9581}" type="datetime1">
              <a:rPr lang="en-US" smtClean="0"/>
              <a:t>7/22/2025</a:t>
            </a:fld>
            <a:endParaRPr lang="en-US"/>
          </a:p>
        </p:txBody>
      </p:sp>
      <p:sp>
        <p:nvSpPr>
          <p:cNvPr id="1048587" name="Footer Placeholder 8"/>
          <p:cNvSpPr>
            <a:spLocks noGrp="1"/>
          </p:cNvSpPr>
          <p:nvPr>
            <p:ph type="ftr" sz="quarter" idx="11"/>
          </p:nvPr>
        </p:nvSpPr>
        <p:spPr>
          <a:xfrm>
            <a:off x="581192" y="6423914"/>
            <a:ext cx="6917210" cy="365125"/>
          </a:xfrm>
          <a:prstGeom prst="rect"/>
        </p:spPr>
        <p:txBody>
          <a:bodyPr/>
          <a:p>
            <a:endParaRPr lang="en-US"/>
          </a:p>
        </p:txBody>
      </p:sp>
      <p:sp>
        <p:nvSpPr>
          <p:cNvPr id="1048588" name="Slide Number Placeholder 9"/>
          <p:cNvSpPr>
            <a:spLocks noGrp="1"/>
          </p:cNvSpPr>
          <p:nvPr>
            <p:ph type="sldNum" sz="quarter" idx="12"/>
          </p:nvPr>
        </p:nvSpPr>
        <p:spPr/>
        <p:txBody>
          <a:bodyPr/>
          <a:p>
            <a:fld id="{3A98EE3D-8CD1-4C3F-BD1C-C98C9596463C}"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type="obj">
  <p:cSld name="Title and Content">
    <p:spTree>
      <p:nvGrpSpPr>
        <p:cNvPr id="30" name=""/>
        <p:cNvGrpSpPr/>
        <p:nvPr/>
      </p:nvGrpSpPr>
      <p:grpSpPr>
        <a:xfrm>
          <a:off x="0" y="0"/>
          <a:ext cx="0" cy="0"/>
          <a:chOff x="0" y="0"/>
          <a:chExt cx="0" cy="0"/>
        </a:xfrm>
      </p:grpSpPr>
      <p:sp>
        <p:nvSpPr>
          <p:cNvPr id="1048592" name="Title 1"/>
          <p:cNvSpPr>
            <a:spLocks noGrp="1"/>
          </p:cNvSpPr>
          <p:nvPr>
            <p:ph type="title"/>
          </p:nvPr>
        </p:nvSpPr>
        <p:spPr>
          <a:xfrm>
            <a:off x="581192" y="702156"/>
            <a:ext cx="11029616" cy="530296"/>
          </a:xfrm>
        </p:spPr>
        <p:txBody>
          <a:bodyPr/>
          <a:p>
            <a:r>
              <a:rPr lang="en-US"/>
              <a:t>Click to edit Master title style</a:t>
            </a:r>
          </a:p>
        </p:txBody>
      </p:sp>
      <p:sp>
        <p:nvSpPr>
          <p:cNvPr id="1048593" name="Content Placeholder 2"/>
          <p:cNvSpPr>
            <a:spLocks noGrp="1"/>
          </p:cNvSpPr>
          <p:nvPr>
            <p:ph idx="1"/>
          </p:nvPr>
        </p:nvSpPr>
        <p:spPr>
          <a:xfrm>
            <a:off x="581192" y="1302026"/>
            <a:ext cx="11029615" cy="4673324"/>
          </a:xfrm>
        </p:spPr>
        <p:txBody>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94" name="Date Placeholder 7"/>
          <p:cNvSpPr>
            <a:spLocks noGrp="1"/>
          </p:cNvSpPr>
          <p:nvPr>
            <p:ph type="dt" sz="half" idx="10"/>
          </p:nvPr>
        </p:nvSpPr>
        <p:spPr/>
        <p:txBody>
          <a:bodyPr/>
          <a:p>
            <a:fld id="{78DD82B9-B8EE-4375-B6FF-88FA6ABB15D9}" type="datetime1">
              <a:rPr lang="en-US" smtClean="0"/>
              <a:t>7/22/2025</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type="secHead">
  <p:cSld name="Section Header">
    <p:spTree>
      <p:nvGrpSpPr>
        <p:cNvPr id="48" name=""/>
        <p:cNvGrpSpPr/>
        <p:nvPr/>
      </p:nvGrpSpPr>
      <p:grpSpPr>
        <a:xfrm>
          <a:off x="0" y="0"/>
          <a:ext cx="0" cy="0"/>
          <a:chOff x="0" y="0"/>
          <a:chExt cx="0" cy="0"/>
        </a:xfrm>
      </p:grpSpPr>
      <p:sp>
        <p:nvSpPr>
          <p:cNvPr id="1048641" name="Rectangle 7"/>
          <p:cNvSpPr>
            <a:spLocks noChangeAspect="1"/>
          </p:cNvSpPr>
          <p:nvPr/>
        </p:nvSpPr>
        <p:spPr>
          <a:xfrm>
            <a:off x="447817" y="5141974"/>
            <a:ext cx="11290860" cy="1258827"/>
          </a:xfrm>
          <a:prstGeom prst="rect"/>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48642" name="Title 1"/>
          <p:cNvSpPr>
            <a:spLocks noGrp="1"/>
          </p:cNvSpPr>
          <p:nvPr>
            <p:ph type="title"/>
          </p:nvPr>
        </p:nvSpPr>
        <p:spPr>
          <a:xfrm>
            <a:off x="581193" y="2393950"/>
            <a:ext cx="11029615" cy="2147467"/>
          </a:xfrm>
        </p:spPr>
        <p:txBody>
          <a:bodyPr anchor="b">
            <a:normAutofit/>
          </a:bodyPr>
          <a:lstStyle>
            <a:lvl1pPr algn="l">
              <a:defRPr b="0" cap="all" sz="3600">
                <a:solidFill>
                  <a:schemeClr val="tx1">
                    <a:lumMod val="75000"/>
                    <a:lumOff val="25000"/>
                  </a:schemeClr>
                </a:solidFill>
              </a:defRPr>
            </a:lvl1pPr>
          </a:lstStyle>
          <a:p>
            <a:r>
              <a:rPr lang="en-US"/>
              <a:t>Click to edit Master title style</a:t>
            </a:r>
          </a:p>
        </p:txBody>
      </p:sp>
      <p:sp>
        <p:nvSpPr>
          <p:cNvPr id="1048643" name="Text Placeholder 2"/>
          <p:cNvSpPr>
            <a:spLocks noGrp="1"/>
          </p:cNvSpPr>
          <p:nvPr>
            <p:ph type="body" idx="1"/>
          </p:nvPr>
        </p:nvSpPr>
        <p:spPr>
          <a:xfrm>
            <a:off x="581192" y="4541417"/>
            <a:ext cx="11029615" cy="600556"/>
          </a:xfrm>
        </p:spPr>
        <p:txBody>
          <a:bodyPr anchor="t">
            <a:normAutofit/>
          </a:bodyPr>
          <a:lstStyle>
            <a:lvl1pPr algn="l" indent="0" marL="0">
              <a:buNone/>
              <a:defRPr cap="all" sz="1800">
                <a:solidFill>
                  <a:schemeClr val="accent1"/>
                </a:solidFill>
              </a:defRPr>
            </a:lvl1pPr>
            <a:lvl2pPr indent="0" marL="457200">
              <a:buNone/>
              <a:defRPr sz="1800">
                <a:solidFill>
                  <a:schemeClr val="tx1">
                    <a:tint val="75000"/>
                  </a:schemeClr>
                </a:solidFill>
              </a:defRPr>
            </a:lvl2pPr>
            <a:lvl3pPr indent="0" marL="914400">
              <a:buNone/>
              <a:defRPr sz="1600">
                <a:solidFill>
                  <a:schemeClr val="tx1">
                    <a:tint val="75000"/>
                  </a:schemeClr>
                </a:solidFill>
              </a:defRPr>
            </a:lvl3pPr>
            <a:lvl4pPr indent="0" marL="1371600">
              <a:buNone/>
              <a:defRPr sz="1400">
                <a:solidFill>
                  <a:schemeClr val="tx1">
                    <a:tint val="75000"/>
                  </a:schemeClr>
                </a:solidFill>
              </a:defRPr>
            </a:lvl4pPr>
            <a:lvl5pPr indent="0" marL="1828800">
              <a:buNone/>
              <a:defRPr sz="1400">
                <a:solidFill>
                  <a:schemeClr val="tx1">
                    <a:tint val="75000"/>
                  </a:schemeClr>
                </a:solidFill>
              </a:defRPr>
            </a:lvl5pPr>
            <a:lvl6pPr indent="0" marL="2286000">
              <a:buNone/>
              <a:defRPr sz="1400">
                <a:solidFill>
                  <a:schemeClr val="tx1">
                    <a:tint val="75000"/>
                  </a:schemeClr>
                </a:solidFill>
              </a:defRPr>
            </a:lvl6pPr>
            <a:lvl7pPr indent="0" marL="2743200">
              <a:buNone/>
              <a:defRPr sz="1400">
                <a:solidFill>
                  <a:schemeClr val="tx1">
                    <a:tint val="75000"/>
                  </a:schemeClr>
                </a:solidFill>
              </a:defRPr>
            </a:lvl7pPr>
            <a:lvl8pPr indent="0" marL="3200400">
              <a:buNone/>
              <a:defRPr sz="1400">
                <a:solidFill>
                  <a:schemeClr val="tx1">
                    <a:tint val="75000"/>
                  </a:schemeClr>
                </a:solidFill>
              </a:defRPr>
            </a:lvl8pPr>
            <a:lvl9pPr indent="0" marL="3657600">
              <a:buNone/>
              <a:defRPr sz="1400">
                <a:solidFill>
                  <a:schemeClr val="tx1">
                    <a:tint val="75000"/>
                  </a:schemeClr>
                </a:solidFill>
              </a:defRPr>
            </a:lvl9pPr>
          </a:lstStyle>
          <a:p>
            <a:pPr lvl="0"/>
            <a:r>
              <a:rPr lang="en-US"/>
              <a:t>Click to edit Master text styles</a:t>
            </a:r>
          </a:p>
        </p:txBody>
      </p:sp>
      <p:sp>
        <p:nvSpPr>
          <p:cNvPr id="1048644" name="Date Placeholder 6"/>
          <p:cNvSpPr>
            <a:spLocks noGrp="1"/>
          </p:cNvSpPr>
          <p:nvPr>
            <p:ph type="dt" sz="half" idx="10"/>
          </p:nvPr>
        </p:nvSpPr>
        <p:spPr/>
        <p:txBody>
          <a:bodyPr/>
          <a:p>
            <a:fld id="{B2497495-0637-405E-AE64-5CC7506D51F5}" type="datetime1">
              <a:rPr lang="en-US" smtClean="0"/>
              <a:t>7/22/2025</a:t>
            </a:fld>
            <a:endParaRPr lang="en-US"/>
          </a:p>
        </p:txBody>
      </p:sp>
      <p:sp>
        <p:nvSpPr>
          <p:cNvPr id="1048645" name="Footer Placeholder 8"/>
          <p:cNvSpPr>
            <a:spLocks noGrp="1"/>
          </p:cNvSpPr>
          <p:nvPr>
            <p:ph type="ftr" sz="quarter" idx="11"/>
          </p:nvPr>
        </p:nvSpPr>
        <p:spPr>
          <a:xfrm>
            <a:off x="581192" y="6423914"/>
            <a:ext cx="6917210" cy="365125"/>
          </a:xfrm>
          <a:prstGeom prst="rect"/>
        </p:spPr>
        <p:txBody>
          <a:bodyPr/>
          <a:p>
            <a:endParaRPr lang="en-US"/>
          </a:p>
        </p:txBody>
      </p:sp>
      <p:sp>
        <p:nvSpPr>
          <p:cNvPr id="1048646" name="Slide Number Placeholder 9"/>
          <p:cNvSpPr>
            <a:spLocks noGrp="1"/>
          </p:cNvSpPr>
          <p:nvPr>
            <p:ph type="sldNum" sz="quarter" idx="12"/>
          </p:nvPr>
        </p:nvSpPr>
        <p:spPr/>
        <p:txBody>
          <a:bodyPr/>
          <a:p>
            <a:fld id="{3A98EE3D-8CD1-4C3F-BD1C-C98C9596463C}"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type="twoObj">
  <p:cSld name="Two Content">
    <p:spTree>
      <p:nvGrpSpPr>
        <p:cNvPr id="49" name=""/>
        <p:cNvGrpSpPr/>
        <p:nvPr/>
      </p:nvGrpSpPr>
      <p:grpSpPr>
        <a:xfrm>
          <a:off x="0" y="0"/>
          <a:ext cx="0" cy="0"/>
          <a:chOff x="0" y="0"/>
          <a:chExt cx="0" cy="0"/>
        </a:xfrm>
      </p:grpSpPr>
      <p:sp>
        <p:nvSpPr>
          <p:cNvPr id="1048647" name="Title 1"/>
          <p:cNvSpPr>
            <a:spLocks noGrp="1"/>
          </p:cNvSpPr>
          <p:nvPr>
            <p:ph type="title"/>
          </p:nvPr>
        </p:nvSpPr>
        <p:spPr>
          <a:xfrm>
            <a:off x="581193" y="729658"/>
            <a:ext cx="11029616" cy="492855"/>
          </a:xfrm>
        </p:spPr>
        <p:txBody>
          <a:bodyPr/>
          <a:p>
            <a:r>
              <a:rPr lang="en-US"/>
              <a:t>Click to edit Master title style</a:t>
            </a:r>
          </a:p>
        </p:txBody>
      </p:sp>
      <p:sp>
        <p:nvSpPr>
          <p:cNvPr id="1048648" name="Content Placeholder 2"/>
          <p:cNvSpPr>
            <a:spLocks noGrp="1"/>
          </p:cNvSpPr>
          <p:nvPr>
            <p:ph sz="half" idx="1"/>
          </p:nvPr>
        </p:nvSpPr>
        <p:spPr>
          <a:xfrm>
            <a:off x="581193" y="1391479"/>
            <a:ext cx="5194767" cy="4469572"/>
          </a:xfrm>
        </p:spPr>
        <p:txBody>
          <a:bodyPr>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9" name="Content Placeholder 3"/>
          <p:cNvSpPr>
            <a:spLocks noGrp="1"/>
          </p:cNvSpPr>
          <p:nvPr>
            <p:ph sz="half" idx="2"/>
          </p:nvPr>
        </p:nvSpPr>
        <p:spPr>
          <a:xfrm>
            <a:off x="6416039" y="1391479"/>
            <a:ext cx="5194769" cy="4469572"/>
          </a:xfrm>
        </p:spPr>
        <p:txBody>
          <a:bodyPr>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0" name="Date Placeholder 4"/>
          <p:cNvSpPr>
            <a:spLocks noGrp="1"/>
          </p:cNvSpPr>
          <p:nvPr>
            <p:ph type="dt" sz="half" idx="10"/>
          </p:nvPr>
        </p:nvSpPr>
        <p:spPr/>
        <p:txBody>
          <a:bodyPr/>
          <a:p>
            <a:fld id="{7BFFD690-9426-415D-8B65-26881E07B2D4}" type="datetime1">
              <a:rPr lang="en-US" smtClean="0"/>
              <a:t>7/22/2025</a:t>
            </a:fld>
            <a:endParaRPr lang="en-US"/>
          </a:p>
        </p:txBody>
      </p:sp>
      <p:sp>
        <p:nvSpPr>
          <p:cNvPr id="1048651" name="Footer Placeholder 5"/>
          <p:cNvSpPr>
            <a:spLocks noGrp="1"/>
          </p:cNvSpPr>
          <p:nvPr>
            <p:ph type="ftr" sz="quarter" idx="11"/>
          </p:nvPr>
        </p:nvSpPr>
        <p:spPr>
          <a:xfrm>
            <a:off x="581192" y="6423914"/>
            <a:ext cx="6917210" cy="365125"/>
          </a:xfrm>
          <a:prstGeom prst="rect"/>
        </p:spPr>
        <p:txBody>
          <a:bodyPr/>
          <a:p>
            <a:endParaRPr lang="en-US"/>
          </a:p>
        </p:txBody>
      </p:sp>
      <p:sp>
        <p:nvSpPr>
          <p:cNvPr id="1048652" name="Slide Number Placeholder 6"/>
          <p:cNvSpPr>
            <a:spLocks noGrp="1"/>
          </p:cNvSpPr>
          <p:nvPr>
            <p:ph type="sldNum" sz="quarter" idx="12"/>
          </p:nvPr>
        </p:nvSpPr>
        <p:spPr/>
        <p:txBody>
          <a:bodyPr/>
          <a:p>
            <a:fld id="{3A98EE3D-8CD1-4C3F-BD1C-C98C9596463C}"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50" name=""/>
        <p:cNvGrpSpPr/>
        <p:nvPr/>
      </p:nvGrpSpPr>
      <p:grpSpPr>
        <a:xfrm>
          <a:off x="0" y="0"/>
          <a:ext cx="0" cy="0"/>
          <a:chOff x="0" y="0"/>
          <a:chExt cx="0" cy="0"/>
        </a:xfrm>
      </p:grpSpPr>
      <p:sp>
        <p:nvSpPr>
          <p:cNvPr id="1048653" name="Title 1"/>
          <p:cNvSpPr>
            <a:spLocks noGrp="1"/>
          </p:cNvSpPr>
          <p:nvPr>
            <p:ph type="title"/>
          </p:nvPr>
        </p:nvSpPr>
        <p:spPr>
          <a:xfrm>
            <a:off x="581193" y="729658"/>
            <a:ext cx="11029616" cy="988332"/>
          </a:xfrm>
        </p:spPr>
        <p:txBody>
          <a:bodyPr/>
          <a:p>
            <a:r>
              <a:rPr lang="en-US"/>
              <a:t>Click to edit Master title style</a:t>
            </a:r>
          </a:p>
        </p:txBody>
      </p:sp>
      <p:sp>
        <p:nvSpPr>
          <p:cNvPr id="1048654" name="Text Placeholder 2"/>
          <p:cNvSpPr>
            <a:spLocks noGrp="1"/>
          </p:cNvSpPr>
          <p:nvPr>
            <p:ph type="body" idx="1"/>
          </p:nvPr>
        </p:nvSpPr>
        <p:spPr>
          <a:xfrm>
            <a:off x="581191" y="2250891"/>
            <a:ext cx="5194769" cy="557784"/>
          </a:xfrm>
        </p:spPr>
        <p:txBody>
          <a:bodyPr anchor="ctr">
            <a:noAutofit/>
          </a:bodyPr>
          <a:lstStyle>
            <a:lvl1pPr indent="0" marL="0">
              <a:buNone/>
              <a:defRPr b="0" sz="2000">
                <a:solidFill>
                  <a:schemeClr val="tx1">
                    <a:lumMod val="75000"/>
                    <a:lumOff val="25000"/>
                  </a:schemeClr>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lvl="0"/>
            <a:r>
              <a:rPr lang="en-US"/>
              <a:t>Click to edit Master text styles</a:t>
            </a:r>
          </a:p>
        </p:txBody>
      </p:sp>
      <p:sp>
        <p:nvSpPr>
          <p:cNvPr id="1048655" name="Content Placeholder 3"/>
          <p:cNvSpPr>
            <a:spLocks noGrp="1"/>
          </p:cNvSpPr>
          <p:nvPr>
            <p:ph sz="half" idx="2"/>
          </p:nvPr>
        </p:nvSpPr>
        <p:spPr>
          <a:xfrm>
            <a:off x="581194" y="2926052"/>
            <a:ext cx="5194766" cy="2934999"/>
          </a:xfrm>
        </p:spPr>
        <p:txBody>
          <a:bodyPr anchor="t">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6" name="Text Placeholder 4"/>
          <p:cNvSpPr>
            <a:spLocks noGrp="1"/>
          </p:cNvSpPr>
          <p:nvPr>
            <p:ph type="body" sz="quarter" idx="3"/>
          </p:nvPr>
        </p:nvSpPr>
        <p:spPr>
          <a:xfrm>
            <a:off x="6416039" y="2250892"/>
            <a:ext cx="5194770" cy="553373"/>
          </a:xfrm>
        </p:spPr>
        <p:txBody>
          <a:bodyPr anchor="ctr">
            <a:noAutofit/>
          </a:bodyPr>
          <a:lstStyle>
            <a:lvl1pPr algn="l" defTabSz="457200" eaLnBrk="1" fontAlgn="auto" hangingPunct="1" indent="0" latinLnBrk="0" marL="0" marR="0" rtl="0">
              <a:lnSpc>
                <a:spcPct val="100000"/>
              </a:lnSpc>
              <a:spcBef>
                <a:spcPct val="20000"/>
              </a:spcBef>
              <a:spcAft>
                <a:spcPts val="600"/>
              </a:spcAft>
              <a:buClr>
                <a:schemeClr val="accent1"/>
              </a:buClr>
              <a:buSzPct val="92000"/>
              <a:buFont typeface="Wingdings 2" panose="05020102010507070707" pitchFamily="18" charset="2"/>
              <a:buNone/>
              <a:defRPr b="0" sz="2000">
                <a:solidFill>
                  <a:schemeClr val="tx1">
                    <a:lumMod val="75000"/>
                    <a:lumOff val="25000"/>
                  </a:schemeClr>
                </a:solidFill>
              </a:defRPr>
            </a:lvl1pPr>
            <a:lvl2pPr indent="0" marL="457200">
              <a:buNone/>
              <a:defRPr b="1" sz="2000"/>
            </a:lvl2pPr>
            <a:lvl3pPr indent="0" marL="914400">
              <a:buNone/>
              <a:defRPr b="1" sz="1800"/>
            </a:lvl3pPr>
            <a:lvl4pPr indent="0" marL="1371600">
              <a:buNone/>
              <a:defRPr b="1" sz="1600"/>
            </a:lvl4pPr>
            <a:lvl5pPr indent="0" marL="1828800">
              <a:buNone/>
              <a:defRPr b="1" sz="1600"/>
            </a:lvl5pPr>
            <a:lvl6pPr indent="0" marL="2286000">
              <a:buNone/>
              <a:defRPr b="1" sz="1600"/>
            </a:lvl6pPr>
            <a:lvl7pPr indent="0" marL="2743200">
              <a:buNone/>
              <a:defRPr b="1" sz="1600"/>
            </a:lvl7pPr>
            <a:lvl8pPr indent="0" marL="3200400">
              <a:buNone/>
              <a:defRPr b="1" sz="1600"/>
            </a:lvl8pPr>
            <a:lvl9pPr indent="0" marL="3657600">
              <a:buNone/>
              <a:defRPr b="1" sz="1600"/>
            </a:lvl9pPr>
          </a:lstStyle>
          <a:p>
            <a:pPr algn="l" defTabSz="457200" eaLnBrk="1" fontAlgn="auto" hangingPunct="1" indent="0" latinLnBrk="0" lvl="0" marL="0" marR="0" rtl="0">
              <a:lnSpc>
                <a:spcPct val="100000"/>
              </a:lnSpc>
              <a:spcBef>
                <a:spcPct val="20000"/>
              </a:spcBef>
              <a:spcAft>
                <a:spcPts val="600"/>
              </a:spcAft>
              <a:buClr>
                <a:schemeClr val="accent1"/>
              </a:buClr>
              <a:buSzPct val="92000"/>
              <a:buFont typeface="Wingdings 2" panose="05020102010507070707" pitchFamily="18" charset="2"/>
              <a:buNone/>
            </a:pPr>
            <a:r>
              <a:rPr lang="en-US"/>
              <a:t>Click to edit Master text styles</a:t>
            </a:r>
          </a:p>
        </p:txBody>
      </p:sp>
      <p:sp>
        <p:nvSpPr>
          <p:cNvPr id="1048657" name="Content Placeholder 5"/>
          <p:cNvSpPr>
            <a:spLocks noGrp="1"/>
          </p:cNvSpPr>
          <p:nvPr>
            <p:ph sz="quarter" idx="4"/>
          </p:nvPr>
        </p:nvSpPr>
        <p:spPr>
          <a:xfrm>
            <a:off x="6416037" y="2926052"/>
            <a:ext cx="5194771" cy="2934999"/>
          </a:xfrm>
        </p:spPr>
        <p:txBody>
          <a:bodyPr anchor="t">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58" name="Date Placeholder 6"/>
          <p:cNvSpPr>
            <a:spLocks noGrp="1"/>
          </p:cNvSpPr>
          <p:nvPr>
            <p:ph type="dt" sz="half" idx="10"/>
          </p:nvPr>
        </p:nvSpPr>
        <p:spPr/>
        <p:txBody>
          <a:bodyPr/>
          <a:p>
            <a:fld id="{04C4989A-474C-40DE-95B9-011C28B71673}" type="datetime1">
              <a:rPr lang="en-US" smtClean="0"/>
              <a:t>7/22/2025</a:t>
            </a:fld>
            <a:endParaRPr lang="en-US"/>
          </a:p>
        </p:txBody>
      </p:sp>
      <p:sp>
        <p:nvSpPr>
          <p:cNvPr id="1048659" name="Footer Placeholder 7"/>
          <p:cNvSpPr>
            <a:spLocks noGrp="1"/>
          </p:cNvSpPr>
          <p:nvPr>
            <p:ph type="ftr" sz="quarter" idx="11"/>
          </p:nvPr>
        </p:nvSpPr>
        <p:spPr>
          <a:xfrm>
            <a:off x="581192" y="6423914"/>
            <a:ext cx="6917210" cy="365125"/>
          </a:xfrm>
          <a:prstGeom prst="rect"/>
        </p:spPr>
        <p:txBody>
          <a:bodyPr/>
          <a:p>
            <a:endParaRPr lang="en-US"/>
          </a:p>
        </p:txBody>
      </p:sp>
      <p:sp>
        <p:nvSpPr>
          <p:cNvPr id="1048660" name="Slide Number Placeholder 8"/>
          <p:cNvSpPr>
            <a:spLocks noGrp="1"/>
          </p:cNvSpPr>
          <p:nvPr>
            <p:ph type="sldNum" sz="quarter" idx="12"/>
          </p:nvPr>
        </p:nvSpPr>
        <p:spPr/>
        <p:txBody>
          <a:bodyPr/>
          <a:p>
            <a:fld id="{3A98EE3D-8CD1-4C3F-BD1C-C98C9596463C}"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type="titleOnly">
  <p:cSld name="Title Only">
    <p:spTree>
      <p:nvGrpSpPr>
        <p:cNvPr id="43" name=""/>
        <p:cNvGrpSpPr/>
        <p:nvPr/>
      </p:nvGrpSpPr>
      <p:grpSpPr>
        <a:xfrm>
          <a:off x="0" y="0"/>
          <a:ext cx="0" cy="0"/>
          <a:chOff x="0" y="0"/>
          <a:chExt cx="0" cy="0"/>
        </a:xfrm>
      </p:grpSpPr>
      <p:sp>
        <p:nvSpPr>
          <p:cNvPr id="1048616" name="Title 1"/>
          <p:cNvSpPr>
            <a:spLocks noGrp="1"/>
          </p:cNvSpPr>
          <p:nvPr>
            <p:ph type="title"/>
          </p:nvPr>
        </p:nvSpPr>
        <p:spPr>
          <a:xfrm>
            <a:off x="575894" y="729658"/>
            <a:ext cx="11029616" cy="592246"/>
          </a:xfrm>
        </p:spPr>
        <p:txBody>
          <a:bodyPr/>
          <a:p>
            <a:r>
              <a:rPr lang="en-US"/>
              <a:t>Click to edit Master title style</a:t>
            </a:r>
          </a:p>
        </p:txBody>
      </p:sp>
      <p:sp>
        <p:nvSpPr>
          <p:cNvPr id="1048617" name="Date Placeholder 2"/>
          <p:cNvSpPr>
            <a:spLocks noGrp="1"/>
          </p:cNvSpPr>
          <p:nvPr>
            <p:ph type="dt" sz="half" idx="10"/>
          </p:nvPr>
        </p:nvSpPr>
        <p:spPr/>
        <p:txBody>
          <a:bodyPr/>
          <a:p>
            <a:fld id="{5DB4ED54-5B5E-4A04-93D3-5772E3CE3818}" type="datetime1">
              <a:rPr lang="en-US" smtClean="0"/>
              <a:t>7/22/2025</a:t>
            </a:fld>
            <a:endParaRPr lang="en-US"/>
          </a:p>
        </p:txBody>
      </p:sp>
      <p:sp>
        <p:nvSpPr>
          <p:cNvPr id="1048618" name="Footer Placeholder 3"/>
          <p:cNvSpPr>
            <a:spLocks noGrp="1"/>
          </p:cNvSpPr>
          <p:nvPr>
            <p:ph type="ftr" sz="quarter" idx="11"/>
          </p:nvPr>
        </p:nvSpPr>
        <p:spPr>
          <a:xfrm>
            <a:off x="581192" y="6423914"/>
            <a:ext cx="6917210" cy="365125"/>
          </a:xfrm>
          <a:prstGeom prst="rect"/>
        </p:spPr>
        <p:txBody>
          <a:bodyPr/>
          <a:p>
            <a:endParaRPr lang="en-US"/>
          </a:p>
        </p:txBody>
      </p:sp>
      <p:sp>
        <p:nvSpPr>
          <p:cNvPr id="1048619" name="Slide Number Placeholder 4"/>
          <p:cNvSpPr>
            <a:spLocks noGrp="1"/>
          </p:cNvSpPr>
          <p:nvPr>
            <p:ph type="sldNum" sz="quarter" idx="12"/>
          </p:nvPr>
        </p:nvSpPr>
        <p:spPr/>
        <p:txBody>
          <a:bodyPr/>
          <a:p>
            <a:fld id="{3A98EE3D-8CD1-4C3F-BD1C-C98C9596463C}"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type="blank">
  <p:cSld name="Blank">
    <p:spTree>
      <p:nvGrpSpPr>
        <p:cNvPr id="51" name=""/>
        <p:cNvGrpSpPr/>
        <p:nvPr/>
      </p:nvGrpSpPr>
      <p:grpSpPr>
        <a:xfrm>
          <a:off x="0" y="0"/>
          <a:ext cx="0" cy="0"/>
          <a:chOff x="0" y="0"/>
          <a:chExt cx="0" cy="0"/>
        </a:xfrm>
      </p:grpSpPr>
      <p:sp>
        <p:nvSpPr>
          <p:cNvPr id="1048661" name="Date Placeholder 1"/>
          <p:cNvSpPr>
            <a:spLocks noGrp="1"/>
          </p:cNvSpPr>
          <p:nvPr>
            <p:ph type="dt" sz="half" idx="10"/>
          </p:nvPr>
        </p:nvSpPr>
        <p:spPr/>
        <p:txBody>
          <a:bodyPr/>
          <a:p>
            <a:fld id="{4EDE50D6-574B-40AF-946F-D52A04ADE379}" type="datetime1">
              <a:rPr lang="en-US" smtClean="0"/>
              <a:t>7/22/2025</a:t>
            </a:fld>
            <a:endParaRPr lang="en-US"/>
          </a:p>
        </p:txBody>
      </p:sp>
      <p:sp>
        <p:nvSpPr>
          <p:cNvPr id="1048662" name="Footer Placeholder 2"/>
          <p:cNvSpPr>
            <a:spLocks noGrp="1"/>
          </p:cNvSpPr>
          <p:nvPr>
            <p:ph type="ftr" sz="quarter" idx="11"/>
          </p:nvPr>
        </p:nvSpPr>
        <p:spPr>
          <a:xfrm>
            <a:off x="581192" y="6423914"/>
            <a:ext cx="6917210" cy="365125"/>
          </a:xfrm>
          <a:prstGeom prst="rect"/>
        </p:spPr>
        <p:txBody>
          <a:bodyPr/>
          <a:p>
            <a:endParaRPr lang="en-US"/>
          </a:p>
        </p:txBody>
      </p:sp>
      <p:sp>
        <p:nvSpPr>
          <p:cNvPr id="1048663" name="Slide Number Placeholder 3"/>
          <p:cNvSpPr>
            <a:spLocks noGrp="1"/>
          </p:cNvSpPr>
          <p:nvPr>
            <p:ph type="sldNum" sz="quarter" idx="12"/>
          </p:nvPr>
        </p:nvSpPr>
        <p:spPr/>
        <p:txBody>
          <a:bodyPr/>
          <a:p>
            <a:fld id="{3A98EE3D-8CD1-4C3F-BD1C-C98C9596463C}"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type="objTx">
  <p:cSld name="Content with Caption">
    <p:spTree>
      <p:nvGrpSpPr>
        <p:cNvPr id="52" name=""/>
        <p:cNvGrpSpPr/>
        <p:nvPr/>
      </p:nvGrpSpPr>
      <p:grpSpPr>
        <a:xfrm>
          <a:off x="0" y="0"/>
          <a:ext cx="0" cy="0"/>
          <a:chOff x="0" y="0"/>
          <a:chExt cx="0" cy="0"/>
        </a:xfrm>
      </p:grpSpPr>
      <p:sp>
        <p:nvSpPr>
          <p:cNvPr id="1048664" name="Rectangle 8"/>
          <p:cNvSpPr>
            <a:spLocks noChangeAspect="1"/>
          </p:cNvSpPr>
          <p:nvPr/>
        </p:nvSpPr>
        <p:spPr>
          <a:xfrm>
            <a:off x="447817" y="601200"/>
            <a:ext cx="3682723" cy="5815475"/>
          </a:xfrm>
          <a:prstGeom prst="rect"/>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48665" name="Title 1"/>
          <p:cNvSpPr>
            <a:spLocks noGrp="1"/>
          </p:cNvSpPr>
          <p:nvPr>
            <p:ph type="title"/>
          </p:nvPr>
        </p:nvSpPr>
        <p:spPr>
          <a:xfrm>
            <a:off x="767857" y="933450"/>
            <a:ext cx="3031852" cy="1722419"/>
          </a:xfrm>
        </p:spPr>
        <p:txBody>
          <a:bodyPr anchor="b">
            <a:normAutofit/>
          </a:bodyPr>
          <a:lstStyle>
            <a:lvl1pPr algn="l">
              <a:defRPr b="0" sz="2400">
                <a:solidFill>
                  <a:srgbClr val="FFFFFF"/>
                </a:solidFill>
              </a:defRPr>
            </a:lvl1pPr>
          </a:lstStyle>
          <a:p>
            <a:r>
              <a:rPr lang="en-US"/>
              <a:t>Click to edit Master title style</a:t>
            </a:r>
          </a:p>
        </p:txBody>
      </p:sp>
      <p:sp>
        <p:nvSpPr>
          <p:cNvPr id="1048666"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67" name="Text Placeholder 3"/>
          <p:cNvSpPr>
            <a:spLocks noGrp="1"/>
          </p:cNvSpPr>
          <p:nvPr>
            <p:ph type="body" sz="half" idx="2"/>
          </p:nvPr>
        </p:nvSpPr>
        <p:spPr>
          <a:xfrm>
            <a:off x="767857" y="2836654"/>
            <a:ext cx="3031852" cy="3001392"/>
          </a:xfrm>
        </p:spPr>
        <p:txBody>
          <a:bodyPr anchor="t">
            <a:normAutofit/>
          </a:bodyPr>
          <a:lstStyle>
            <a:lvl1pPr algn="l" indent="0" marL="0">
              <a:buNone/>
              <a:defRPr sz="1600">
                <a:solidFill>
                  <a:srgbClr val="FFFFFF"/>
                </a:solidFill>
              </a:defRPr>
            </a:lvl1pPr>
            <a:lvl2pPr indent="0" marL="457200">
              <a:buNone/>
              <a:defRPr sz="11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668" name="Date Placeholder 7"/>
          <p:cNvSpPr>
            <a:spLocks noGrp="1"/>
          </p:cNvSpPr>
          <p:nvPr>
            <p:ph type="dt" sz="half" idx="10"/>
          </p:nvPr>
        </p:nvSpPr>
        <p:spPr>
          <a:xfrm>
            <a:off x="7605951" y="6456916"/>
            <a:ext cx="2844799" cy="365125"/>
          </a:xfrm>
        </p:spPr>
        <p:txBody>
          <a:bodyPr/>
          <a:p>
            <a:fld id="{D82884F1-FFEA-405F-9602-3DCA865EDA4E}" type="datetime1">
              <a:rPr lang="en-US" smtClean="0"/>
              <a:t>7/22/2025</a:t>
            </a:fld>
            <a:endParaRPr lang="en-US"/>
          </a:p>
        </p:txBody>
      </p:sp>
      <p:sp>
        <p:nvSpPr>
          <p:cNvPr id="1048669" name="Footer Placeholder 9"/>
          <p:cNvSpPr>
            <a:spLocks noGrp="1"/>
          </p:cNvSpPr>
          <p:nvPr>
            <p:ph type="ftr" sz="quarter" idx="11"/>
          </p:nvPr>
        </p:nvSpPr>
        <p:spPr>
          <a:xfrm>
            <a:off x="581192" y="6452590"/>
            <a:ext cx="6917210" cy="365125"/>
          </a:xfrm>
          <a:prstGeom prst="rect"/>
        </p:spPr>
        <p:txBody>
          <a:bodyPr/>
          <a:p>
            <a:endParaRPr lang="en-US"/>
          </a:p>
        </p:txBody>
      </p:sp>
      <p:sp>
        <p:nvSpPr>
          <p:cNvPr id="1048670" name="Slide Number Placeholder 10"/>
          <p:cNvSpPr>
            <a:spLocks noGrp="1"/>
          </p:cNvSpPr>
          <p:nvPr>
            <p:ph type="sldNum" sz="quarter" idx="12"/>
          </p:nvPr>
        </p:nvSpPr>
        <p:spPr>
          <a:xfrm>
            <a:off x="10558300" y="6456916"/>
            <a:ext cx="1052510" cy="365125"/>
          </a:xfrm>
        </p:spPr>
        <p:txBody>
          <a:bodyPr/>
          <a:p>
            <a:fld id="{3A98EE3D-8CD1-4C3F-BD1C-C98C9596463C}"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type="picTx">
  <p:cSld name="Picture with Caption">
    <p:spTree>
      <p:nvGrpSpPr>
        <p:cNvPr id="46" name=""/>
        <p:cNvGrpSpPr/>
        <p:nvPr/>
      </p:nvGrpSpPr>
      <p:grpSpPr>
        <a:xfrm>
          <a:off x="0" y="0"/>
          <a:ext cx="0" cy="0"/>
          <a:chOff x="0" y="0"/>
          <a:chExt cx="0" cy="0"/>
        </a:xfrm>
      </p:grpSpPr>
      <p:sp>
        <p:nvSpPr>
          <p:cNvPr id="1048630" name="Title 1"/>
          <p:cNvSpPr>
            <a:spLocks noGrp="1"/>
          </p:cNvSpPr>
          <p:nvPr>
            <p:ph type="title"/>
          </p:nvPr>
        </p:nvSpPr>
        <p:spPr>
          <a:xfrm>
            <a:off x="581193" y="4693389"/>
            <a:ext cx="11029616" cy="566738"/>
          </a:xfrm>
        </p:spPr>
        <p:txBody>
          <a:bodyPr anchor="b">
            <a:normAutofit/>
          </a:bodyPr>
          <a:lstStyle>
            <a:lvl1pPr algn="l">
              <a:defRPr b="0" sz="2400">
                <a:solidFill>
                  <a:schemeClr val="tx1">
                    <a:lumMod val="75000"/>
                    <a:lumOff val="25000"/>
                  </a:schemeClr>
                </a:solidFill>
              </a:defRPr>
            </a:lvl1pPr>
          </a:lstStyle>
          <a:p>
            <a:r>
              <a:rPr lang="en-US"/>
              <a:t>Click to edit Master title style</a:t>
            </a:r>
          </a:p>
        </p:txBody>
      </p:sp>
      <p:sp>
        <p:nvSpPr>
          <p:cNvPr id="1048631" name="Picture Placeholder 2"/>
          <p:cNvSpPr>
            <a:spLocks noChangeAspect="1" noGrp="1"/>
          </p:cNvSpPr>
          <p:nvPr>
            <p:ph type="pic" idx="1"/>
          </p:nvPr>
        </p:nvSpPr>
        <p:spPr>
          <a:xfrm>
            <a:off x="447817" y="641350"/>
            <a:ext cx="11290859" cy="3651249"/>
          </a:xfrm>
        </p:spPr>
        <p:txBody>
          <a:bodyPr anchor="t">
            <a:normAutofit/>
          </a:bodyPr>
          <a:lstStyle>
            <a:lvl1pPr algn="ctr" indent="0" marL="0">
              <a:buNone/>
              <a:defRPr sz="1600"/>
            </a:lvl1pPr>
            <a:lvl2pPr indent="0" marL="457200">
              <a:buNone/>
              <a:defRPr sz="1600"/>
            </a:lvl2pPr>
            <a:lvl3pPr indent="0" marL="914400">
              <a:buNone/>
              <a:defRPr sz="1600"/>
            </a:lvl3pPr>
            <a:lvl4pPr indent="0" marL="1371600">
              <a:buNone/>
              <a:defRPr sz="1600"/>
            </a:lvl4pPr>
            <a:lvl5pPr indent="0" marL="1828800">
              <a:buNone/>
              <a:defRPr sz="1600"/>
            </a:lvl5pPr>
            <a:lvl6pPr indent="0" marL="2286000">
              <a:buNone/>
              <a:defRPr sz="1600"/>
            </a:lvl6pPr>
            <a:lvl7pPr indent="0" marL="2743200">
              <a:buNone/>
              <a:defRPr sz="1600"/>
            </a:lvl7pPr>
            <a:lvl8pPr indent="0" marL="3200400">
              <a:buNone/>
              <a:defRPr sz="1600"/>
            </a:lvl8pPr>
            <a:lvl9pPr indent="0" marL="3657600">
              <a:buNone/>
              <a:defRPr sz="1600"/>
            </a:lvl9pPr>
          </a:lstStyle>
          <a:p>
            <a:r>
              <a:rPr lang="en-US"/>
              <a:t>Click icon to add picture</a:t>
            </a:r>
          </a:p>
        </p:txBody>
      </p:sp>
      <p:sp>
        <p:nvSpPr>
          <p:cNvPr id="1048632" name="Text Placeholder 3"/>
          <p:cNvSpPr>
            <a:spLocks noGrp="1"/>
          </p:cNvSpPr>
          <p:nvPr>
            <p:ph type="body" sz="half" idx="2"/>
          </p:nvPr>
        </p:nvSpPr>
        <p:spPr>
          <a:xfrm>
            <a:off x="581192" y="5260127"/>
            <a:ext cx="11029617" cy="998148"/>
          </a:xfrm>
        </p:spPr>
        <p:txBody>
          <a:bodyPr anchor="t">
            <a:normAutofit/>
          </a:bodyPr>
          <a:lstStyle>
            <a:lvl1pPr indent="0" marL="0">
              <a:buNone/>
              <a:defRPr sz="1600"/>
            </a:lvl1pPr>
            <a:lvl2pPr indent="0" marL="457200">
              <a:buNone/>
              <a:defRPr sz="1200"/>
            </a:lvl2pPr>
            <a:lvl3pPr indent="0" marL="914400">
              <a:buNone/>
              <a:defRPr sz="1000"/>
            </a:lvl3pPr>
            <a:lvl4pPr indent="0" marL="1371600">
              <a:buNone/>
              <a:defRPr sz="900"/>
            </a:lvl4pPr>
            <a:lvl5pPr indent="0" marL="1828800">
              <a:buNone/>
              <a:defRPr sz="900"/>
            </a:lvl5pPr>
            <a:lvl6pPr indent="0" marL="2286000">
              <a:buNone/>
              <a:defRPr sz="900"/>
            </a:lvl6pPr>
            <a:lvl7pPr indent="0" marL="2743200">
              <a:buNone/>
              <a:defRPr sz="900"/>
            </a:lvl7pPr>
            <a:lvl8pPr indent="0" marL="3200400">
              <a:buNone/>
              <a:defRPr sz="900"/>
            </a:lvl8pPr>
            <a:lvl9pPr indent="0" marL="3657600">
              <a:buNone/>
              <a:defRPr sz="900"/>
            </a:lvl9pPr>
          </a:lstStyle>
          <a:p>
            <a:pPr lvl="0"/>
            <a:r>
              <a:rPr lang="en-US"/>
              <a:t>Click to edit Master text styles</a:t>
            </a:r>
          </a:p>
        </p:txBody>
      </p:sp>
      <p:sp>
        <p:nvSpPr>
          <p:cNvPr id="1048633" name="Date Placeholder 4"/>
          <p:cNvSpPr>
            <a:spLocks noGrp="1"/>
          </p:cNvSpPr>
          <p:nvPr>
            <p:ph type="dt" sz="half" idx="10"/>
          </p:nvPr>
        </p:nvSpPr>
        <p:spPr/>
        <p:txBody>
          <a:bodyPr/>
          <a:p>
            <a:fld id="{7E18DB4A-8810-4A10-AD5C-D5E2C667F5B3}" type="datetime1">
              <a:rPr lang="en-US" smtClean="0"/>
              <a:t>7/22/2025</a:t>
            </a:fld>
            <a:endParaRPr lang="en-US"/>
          </a:p>
        </p:txBody>
      </p:sp>
      <p:sp>
        <p:nvSpPr>
          <p:cNvPr id="1048634" name="Footer Placeholder 5"/>
          <p:cNvSpPr>
            <a:spLocks noGrp="1"/>
          </p:cNvSpPr>
          <p:nvPr>
            <p:ph type="ftr" sz="quarter" idx="11"/>
          </p:nvPr>
        </p:nvSpPr>
        <p:spPr>
          <a:xfrm>
            <a:off x="581192" y="6423914"/>
            <a:ext cx="6917210" cy="365125"/>
          </a:xfrm>
          <a:prstGeom prst="rect"/>
        </p:spPr>
        <p:txBody>
          <a:bodyPr/>
          <a:p>
            <a:pPr algn="l"/>
            <a:endParaRPr lang="en-US"/>
          </a:p>
        </p:txBody>
      </p:sp>
      <p:sp>
        <p:nvSpPr>
          <p:cNvPr id="1048635" name="Slide Number Placeholder 6"/>
          <p:cNvSpPr>
            <a:spLocks noGrp="1"/>
          </p:cNvSpPr>
          <p:nvPr>
            <p:ph type="sldNum" sz="quarter" idx="12"/>
          </p:nvPr>
        </p:nvSpPr>
        <p:spPr/>
        <p:txBody>
          <a:bodyPr/>
          <a:p>
            <a:fld id="{3A98EE3D-8CD1-4C3F-BD1C-C98C9596463C}"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type="vertTx">
  <p:cSld name="Title and Vertical Text">
    <p:spTree>
      <p:nvGrpSpPr>
        <p:cNvPr id="47" name=""/>
        <p:cNvGrpSpPr/>
        <p:nvPr/>
      </p:nvGrpSpPr>
      <p:grpSpPr>
        <a:xfrm>
          <a:off x="0" y="0"/>
          <a:ext cx="0" cy="0"/>
          <a:chOff x="0" y="0"/>
          <a:chExt cx="0" cy="0"/>
        </a:xfrm>
      </p:grpSpPr>
      <p:sp>
        <p:nvSpPr>
          <p:cNvPr id="1048636" name="Title 1"/>
          <p:cNvSpPr>
            <a:spLocks noGrp="1"/>
          </p:cNvSpPr>
          <p:nvPr>
            <p:ph type="title"/>
          </p:nvPr>
        </p:nvSpPr>
        <p:spPr>
          <a:xfrm>
            <a:off x="581192" y="702156"/>
            <a:ext cx="11029616" cy="1013800"/>
          </a:xfrm>
        </p:spPr>
        <p:txBody>
          <a:bodyPr/>
          <a:p>
            <a:r>
              <a:rPr lang="en-US"/>
              <a:t>Click to edit Master title style</a:t>
            </a:r>
          </a:p>
        </p:txBody>
      </p:sp>
      <p:sp>
        <p:nvSpPr>
          <p:cNvPr id="1048637" name="Vertical Text Placeholder 2"/>
          <p:cNvSpPr>
            <a:spLocks noGrp="1"/>
          </p:cNvSpPr>
          <p:nvPr>
            <p:ph type="body" orient="vert" idx="1"/>
          </p:nvPr>
        </p:nvSpPr>
        <p:spPr/>
        <p:txBody>
          <a:bodyPr anchor="t" vert="eaVert"/>
          <a:lstStyle>
            <a:lvl1pPr algn="l"/>
            <a:lvl2pPr algn="l"/>
            <a:lvl3pPr algn="l"/>
            <a:lvl4pPr algn="l"/>
            <a:lvl5pPr algn="l"/>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38" name="Date Placeholder 3"/>
          <p:cNvSpPr>
            <a:spLocks noGrp="1"/>
          </p:cNvSpPr>
          <p:nvPr>
            <p:ph type="dt" sz="half" idx="10"/>
          </p:nvPr>
        </p:nvSpPr>
        <p:spPr/>
        <p:txBody>
          <a:bodyPr/>
          <a:p>
            <a:fld id="{2CED4963-E985-44C4-B8C4-FDD613B7C2F8}" type="datetime1">
              <a:rPr lang="en-US" smtClean="0"/>
              <a:t>7/22/2025</a:t>
            </a:fld>
            <a:endParaRPr lang="en-US"/>
          </a:p>
        </p:txBody>
      </p:sp>
      <p:sp>
        <p:nvSpPr>
          <p:cNvPr id="1048639" name="Footer Placeholder 4"/>
          <p:cNvSpPr>
            <a:spLocks noGrp="1"/>
          </p:cNvSpPr>
          <p:nvPr>
            <p:ph type="ftr" sz="quarter" idx="11"/>
          </p:nvPr>
        </p:nvSpPr>
        <p:spPr>
          <a:xfrm>
            <a:off x="581192" y="6423914"/>
            <a:ext cx="6917210" cy="365125"/>
          </a:xfrm>
          <a:prstGeom prst="rect"/>
        </p:spPr>
        <p:txBody>
          <a:bodyPr/>
          <a:p>
            <a:endParaRPr lang="en-US"/>
          </a:p>
        </p:txBody>
      </p:sp>
      <p:sp>
        <p:nvSpPr>
          <p:cNvPr id="1048640" name="Slide Number Placeholder 5"/>
          <p:cNvSpPr>
            <a:spLocks noGrp="1"/>
          </p:cNvSpPr>
          <p:nvPr>
            <p:ph type="sldNum" sz="quarter" idx="12"/>
          </p:nvPr>
        </p:nvSpPr>
        <p:spPr/>
        <p:txBody>
          <a:bodyPr/>
          <a:p>
            <a:fld id="{3A98EE3D-8CD1-4C3F-BD1C-C98C9596463C}"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type="vertTitleAndTx">
  <p:cSld name="Vertical Title and Text">
    <p:spTree>
      <p:nvGrpSpPr>
        <p:cNvPr id="45" name=""/>
        <p:cNvGrpSpPr/>
        <p:nvPr/>
      </p:nvGrpSpPr>
      <p:grpSpPr>
        <a:xfrm>
          <a:off x="0" y="0"/>
          <a:ext cx="0" cy="0"/>
          <a:chOff x="0" y="0"/>
          <a:chExt cx="0" cy="0"/>
        </a:xfrm>
      </p:grpSpPr>
      <p:sp>
        <p:nvSpPr>
          <p:cNvPr id="1048621" name="Rectangle 6"/>
          <p:cNvSpPr>
            <a:spLocks noChangeAspect="1"/>
          </p:cNvSpPr>
          <p:nvPr/>
        </p:nvSpPr>
        <p:spPr>
          <a:xfrm>
            <a:off x="8058151" y="599725"/>
            <a:ext cx="3687316" cy="5816950"/>
          </a:xfrm>
          <a:prstGeom prst="rect"/>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48622" name="Vertical Title 1"/>
          <p:cNvSpPr>
            <a:spLocks noGrp="1"/>
          </p:cNvSpPr>
          <p:nvPr>
            <p:ph type="title" orient="vert"/>
          </p:nvPr>
        </p:nvSpPr>
        <p:spPr>
          <a:xfrm>
            <a:off x="8204200" y="863600"/>
            <a:ext cx="3124200" cy="4807326"/>
          </a:xfrm>
        </p:spPr>
        <p:txBody>
          <a:bodyPr anchor="ctr" vert="eaVert"/>
          <a:lstStyle>
            <a:lvl1pPr>
              <a:defRPr>
                <a:solidFill>
                  <a:srgbClr val="FFFFFF"/>
                </a:solidFill>
              </a:defRPr>
            </a:lvl1pPr>
          </a:lstStyle>
          <a:p>
            <a:r>
              <a:rPr lang="en-US"/>
              <a:t>Click to edit Master title style</a:t>
            </a:r>
          </a:p>
        </p:txBody>
      </p:sp>
      <p:sp>
        <p:nvSpPr>
          <p:cNvPr id="1048623" name="Vertical Text Placeholder 2"/>
          <p:cNvSpPr>
            <a:spLocks noGrp="1"/>
          </p:cNvSpPr>
          <p:nvPr>
            <p:ph type="body" orient="vert" idx="1"/>
          </p:nvPr>
        </p:nvSpPr>
        <p:spPr>
          <a:xfrm>
            <a:off x="774923" y="863600"/>
            <a:ext cx="7161625" cy="4807326"/>
          </a:xfrm>
        </p:spPr>
        <p:txBody>
          <a:bodyPr anchor="t" vert="eaVert"/>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24" name="Rectangle 7"/>
          <p:cNvSpPr/>
          <p:nvPr/>
        </p:nvSpPr>
        <p:spPr>
          <a:xfrm>
            <a:off x="446534" y="457200"/>
            <a:ext cx="3703320" cy="94997"/>
          </a:xfrm>
          <a:prstGeom prst="rect"/>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048625" name="Rectangle 8"/>
          <p:cNvSpPr/>
          <p:nvPr/>
        </p:nvSpPr>
        <p:spPr>
          <a:xfrm>
            <a:off x="8042147" y="453643"/>
            <a:ext cx="3703320" cy="98554"/>
          </a:xfrm>
          <a:prstGeom prst="rect"/>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48626" name="Rectangle 9"/>
          <p:cNvSpPr/>
          <p:nvPr/>
        </p:nvSpPr>
        <p:spPr>
          <a:xfrm>
            <a:off x="4241830" y="457200"/>
            <a:ext cx="3703320" cy="91440"/>
          </a:xfrm>
          <a:prstGeom prst="rect"/>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48627" name="Date Placeholder 10"/>
          <p:cNvSpPr>
            <a:spLocks noGrp="1"/>
          </p:cNvSpPr>
          <p:nvPr>
            <p:ph type="dt" sz="half" idx="10"/>
          </p:nvPr>
        </p:nvSpPr>
        <p:spPr/>
        <p:txBody>
          <a:bodyPr/>
          <a:p>
            <a:fld id="{ED291B17-9318-49DB-B28B-6E5994AE9581}" type="datetime1">
              <a:rPr lang="en-US" smtClean="0"/>
              <a:t>7/22/2025</a:t>
            </a:fld>
            <a:endParaRPr lang="en-US"/>
          </a:p>
        </p:txBody>
      </p:sp>
      <p:sp>
        <p:nvSpPr>
          <p:cNvPr id="1048628" name="Footer Placeholder 11"/>
          <p:cNvSpPr>
            <a:spLocks noGrp="1"/>
          </p:cNvSpPr>
          <p:nvPr>
            <p:ph type="ftr" sz="quarter" idx="11"/>
          </p:nvPr>
        </p:nvSpPr>
        <p:spPr>
          <a:xfrm>
            <a:off x="581192" y="6423914"/>
            <a:ext cx="6917210" cy="365125"/>
          </a:xfrm>
          <a:prstGeom prst="rect"/>
        </p:spPr>
        <p:txBody>
          <a:bodyPr/>
          <a:p>
            <a:endParaRPr lang="en-US"/>
          </a:p>
        </p:txBody>
      </p:sp>
      <p:sp>
        <p:nvSpPr>
          <p:cNvPr id="1048629" name="Slide Number Placeholder 12"/>
          <p:cNvSpPr>
            <a:spLocks noGrp="1"/>
          </p:cNvSpPr>
          <p:nvPr>
            <p:ph type="sldNum" sz="quarter" idx="12"/>
          </p:nvPr>
        </p:nvSpPr>
        <p:spPr/>
        <p:txBody>
          <a:bodyPr/>
          <a:p>
            <a:fld id="{3A98EE3D-8CD1-4C3F-BD1C-C98C9596463C}"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image" Target="../media/image1.png"/><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2" name=""/>
        <p:cNvGrpSpPr/>
        <p:nvPr/>
      </p:nvGrpSpPr>
      <p:grpSpPr>
        <a:xfrm>
          <a:off x="0" y="0"/>
          <a:ext cx="0" cy="0"/>
          <a:chOff x="0" y="0"/>
          <a:chExt cx="0" cy="0"/>
        </a:xfrm>
      </p:grpSpPr>
      <p:sp>
        <p:nvSpPr>
          <p:cNvPr id="1048576" name="Title Placeholder 1"/>
          <p:cNvSpPr>
            <a:spLocks noGrp="1"/>
          </p:cNvSpPr>
          <p:nvPr>
            <p:ph type="title"/>
          </p:nvPr>
        </p:nvSpPr>
        <p:spPr>
          <a:xfrm>
            <a:off x="581192" y="705124"/>
            <a:ext cx="11029616" cy="557146"/>
          </a:xfrm>
          <a:prstGeom prst="rect"/>
        </p:spPr>
        <p:txBody>
          <a:bodyPr anchor="b" bIns="45720" lIns="91440" rIns="91440" rtlCol="0" tIns="45720" vert="horz">
            <a:normAutofit/>
          </a:bodyPr>
          <a:p>
            <a:r>
              <a:rPr lang="en-US"/>
              <a:t>Click to edit Master title style</a:t>
            </a:r>
          </a:p>
        </p:txBody>
      </p:sp>
      <p:sp>
        <p:nvSpPr>
          <p:cNvPr id="1048577" name="Text Placeholder 2"/>
          <p:cNvSpPr>
            <a:spLocks noGrp="1"/>
          </p:cNvSpPr>
          <p:nvPr>
            <p:ph type="body" idx="1"/>
          </p:nvPr>
        </p:nvSpPr>
        <p:spPr>
          <a:xfrm>
            <a:off x="581192" y="1415198"/>
            <a:ext cx="11029616" cy="4572852"/>
          </a:xfrm>
          <a:prstGeom prst="rect"/>
        </p:spPr>
        <p:txBody>
          <a:bodyPr anchor="ctr" bIns="45720" lIns="91440" rIns="91440" rtlCol="0" tIns="45720" vert="horz">
            <a:normAutofit/>
          </a:bodyPr>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7605951" y="6423914"/>
            <a:ext cx="2844799" cy="365125"/>
          </a:xfrm>
          <a:prstGeom prst="rect"/>
        </p:spPr>
        <p:txBody>
          <a:bodyPr anchor="ctr" bIns="45720" lIns="91440" rIns="91440" rtlCol="0" tIns="45720" vert="horz"/>
          <a:lstStyle>
            <a:lvl1pPr algn="r">
              <a:defRPr sz="900">
                <a:solidFill>
                  <a:schemeClr val="tx1">
                    <a:lumMod val="75000"/>
                    <a:lumOff val="25000"/>
                  </a:schemeClr>
                </a:solidFill>
              </a:defRPr>
            </a:lvl1pPr>
          </a:lstStyle>
          <a:p>
            <a:fld id="{ED291B17-9318-49DB-B28B-6E5994AE9581}" type="datetime1">
              <a:rPr lang="en-US" smtClean="0"/>
              <a:t>7/22/2025</a:t>
            </a:fld>
            <a:endParaRPr lang="en-US"/>
          </a:p>
        </p:txBody>
      </p:sp>
      <p:sp>
        <p:nvSpPr>
          <p:cNvPr id="1048579" name="Slide Number Placeholder 5"/>
          <p:cNvSpPr>
            <a:spLocks noGrp="1"/>
          </p:cNvSpPr>
          <p:nvPr>
            <p:ph type="sldNum" sz="quarter" idx="4"/>
          </p:nvPr>
        </p:nvSpPr>
        <p:spPr>
          <a:xfrm>
            <a:off x="10558300" y="6423914"/>
            <a:ext cx="1052510" cy="365125"/>
          </a:xfrm>
          <a:prstGeom prst="rect"/>
        </p:spPr>
        <p:txBody>
          <a:bodyPr anchor="ctr" bIns="45720" lIns="91440" rIns="91440" rtlCol="0" tIns="45720" vert="horz"/>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1048580" name="Rectangle 8"/>
          <p:cNvSpPr/>
          <p:nvPr/>
        </p:nvSpPr>
        <p:spPr>
          <a:xfrm>
            <a:off x="446534" y="457200"/>
            <a:ext cx="3703320" cy="94997"/>
          </a:xfrm>
          <a:prstGeom prst="rect"/>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48581" name="Rectangle 9"/>
          <p:cNvSpPr/>
          <p:nvPr/>
        </p:nvSpPr>
        <p:spPr>
          <a:xfrm>
            <a:off x="8042147" y="453643"/>
            <a:ext cx="3703320" cy="98554"/>
          </a:xfrm>
          <a:prstGeom prst="rect"/>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048582" name="Rectangle 10"/>
          <p:cNvSpPr/>
          <p:nvPr/>
        </p:nvSpPr>
        <p:spPr>
          <a:xfrm>
            <a:off x="4241830" y="457200"/>
            <a:ext cx="3703320" cy="91440"/>
          </a:xfrm>
          <a:prstGeom prst="rect"/>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2097152" name="Picture 7" descr="Logo  Description automatically generated"/>
          <p:cNvPicPr>
            <a:picLocks noChangeAspect="1"/>
          </p:cNvPicPr>
          <p:nvPr userDrawn="1"/>
        </p:nvPicPr>
        <p:blipFill>
          <a:blip xmlns:r="http://schemas.openxmlformats.org/officeDocument/2006/relationships" r:embed="rId12"/>
          <a:stretch>
            <a:fillRect/>
          </a:stretch>
        </p:blipFill>
        <p:spPr>
          <a:xfrm>
            <a:off x="10485003" y="6437910"/>
            <a:ext cx="1125805" cy="365126"/>
          </a:xfrm>
          <a:prstGeom prst="rect"/>
        </p:spPr>
      </p:pic>
    </p:spTree>
  </p:cSld>
  <p:clrMap accent1="accent1" accent2="accent2" accent3="accent3" accent4="accent4" accent5="accent5" accent6="accent6" bg1="lt1" bg2="lt2" tx1="dk1" tx2="dk2"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lvl1pPr algn="l" defTabSz="457200" eaLnBrk="1" hangingPunct="1" latinLnBrk="0" rtl="0">
        <a:lnSpc>
          <a:spcPct val="100000"/>
        </a:lnSpc>
        <a:spcBef>
          <a:spcPct val="0"/>
        </a:spcBef>
        <a:buNone/>
        <a:defRPr b="0" cap="all" sz="2800" kern="1200">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algn="l" defTabSz="457200" eaLnBrk="1" hangingPunct="1" indent="-306000" latinLnBrk="0" marL="306000" rtl="0">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algn="l" defTabSz="457200" eaLnBrk="1" hangingPunct="1" indent="-306000" latinLnBrk="0" marL="630000" rtl="0">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algn="l" defTabSz="457200" eaLnBrk="1" hangingPunct="1" indent="-270000" latinLnBrk="0" marL="900000" rtl="0">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algn="l" defTabSz="457200" eaLnBrk="1" hangingPunct="1" indent="-234000" latinLnBrk="0" marL="1242000" rtl="0">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algn="l" defTabSz="457200" eaLnBrk="1" hangingPunct="1" indent="-234000" latinLnBrk="0" marL="1602000" rtl="0">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algn="l" defTabSz="457200" eaLnBrk="1" hangingPunct="1" indent="-228600" latinLnBrk="0" marL="1900000" rtl="0">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algn="l" defTabSz="457200" eaLnBrk="1" hangingPunct="1" indent="-228600" latinLnBrk="0" marL="2200000" rtl="0">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algn="l" defTabSz="457200" eaLnBrk="1" hangingPunct="1" indent="-228600" latinLnBrk="0" marL="2500000" rtl="0">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algn="l" defTabSz="457200" eaLnBrk="1" hangingPunct="1" indent="-228600" latinLnBrk="0" marL="2800000" rtl="0">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algn="l" defTabSz="457200" eaLnBrk="1" hangingPunct="1" latinLnBrk="0" marL="0" rtl="0">
        <a:defRPr sz="1800" kern="1200">
          <a:solidFill>
            <a:schemeClr val="tx1"/>
          </a:solidFill>
          <a:latin typeface="+mn-lt"/>
          <a:ea typeface="+mn-ea"/>
          <a:cs typeface="+mn-cs"/>
        </a:defRPr>
      </a:lvl1pPr>
      <a:lvl2pPr algn="l" defTabSz="457200" eaLnBrk="1" hangingPunct="1" latinLnBrk="0" marL="457200" rtl="0">
        <a:defRPr sz="1800" kern="1200">
          <a:solidFill>
            <a:schemeClr val="tx1"/>
          </a:solidFill>
          <a:latin typeface="+mn-lt"/>
          <a:ea typeface="+mn-ea"/>
          <a:cs typeface="+mn-cs"/>
        </a:defRPr>
      </a:lvl2pPr>
      <a:lvl3pPr algn="l" defTabSz="457200" eaLnBrk="1" hangingPunct="1" latinLnBrk="0" marL="914400" rtl="0">
        <a:defRPr sz="1800" kern="1200">
          <a:solidFill>
            <a:schemeClr val="tx1"/>
          </a:solidFill>
          <a:latin typeface="+mn-lt"/>
          <a:ea typeface="+mn-ea"/>
          <a:cs typeface="+mn-cs"/>
        </a:defRPr>
      </a:lvl3pPr>
      <a:lvl4pPr algn="l" defTabSz="457200" eaLnBrk="1" hangingPunct="1" latinLnBrk="0" marL="1371600" rtl="0">
        <a:defRPr sz="1800" kern="1200">
          <a:solidFill>
            <a:schemeClr val="tx1"/>
          </a:solidFill>
          <a:latin typeface="+mn-lt"/>
          <a:ea typeface="+mn-ea"/>
          <a:cs typeface="+mn-cs"/>
        </a:defRPr>
      </a:lvl4pPr>
      <a:lvl5pPr algn="l" defTabSz="457200" eaLnBrk="1" hangingPunct="1" latinLnBrk="0" marL="1828800" rtl="0">
        <a:defRPr sz="1800" kern="1200">
          <a:solidFill>
            <a:schemeClr val="tx1"/>
          </a:solidFill>
          <a:latin typeface="+mn-lt"/>
          <a:ea typeface="+mn-ea"/>
          <a:cs typeface="+mn-cs"/>
        </a:defRPr>
      </a:lvl5pPr>
      <a:lvl6pPr algn="l" defTabSz="457200" eaLnBrk="1" hangingPunct="1" latinLnBrk="0" marL="2286000" rtl="0">
        <a:defRPr sz="1800" kern="1200">
          <a:solidFill>
            <a:schemeClr val="tx1"/>
          </a:solidFill>
          <a:latin typeface="+mn-lt"/>
          <a:ea typeface="+mn-ea"/>
          <a:cs typeface="+mn-cs"/>
        </a:defRPr>
      </a:lvl6pPr>
      <a:lvl7pPr algn="l" defTabSz="457200" eaLnBrk="1" hangingPunct="1" latinLnBrk="0" marL="2743200" rtl="0">
        <a:defRPr sz="1800" kern="1200">
          <a:solidFill>
            <a:schemeClr val="tx1"/>
          </a:solidFill>
          <a:latin typeface="+mn-lt"/>
          <a:ea typeface="+mn-ea"/>
          <a:cs typeface="+mn-cs"/>
        </a:defRPr>
      </a:lvl7pPr>
      <a:lvl8pPr algn="l" defTabSz="457200" eaLnBrk="1" hangingPunct="1" latinLnBrk="0" marL="3200400" rtl="0">
        <a:defRPr sz="1800" kern="1200">
          <a:solidFill>
            <a:schemeClr val="tx1"/>
          </a:solidFill>
          <a:latin typeface="+mn-lt"/>
          <a:ea typeface="+mn-ea"/>
          <a:cs typeface="+mn-cs"/>
        </a:defRPr>
      </a:lvl8pPr>
      <a:lvl9pPr algn="l" defTabSz="457200" eaLnBrk="1" hangingPunct="1" latinLnBrk="0" marL="3657600" rtl="0">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25" name=""/>
        <p:cNvGrpSpPr/>
        <p:nvPr/>
      </p:nvGrpSpPr>
      <p:grpSpPr>
        <a:xfrm>
          <a:off x="0" y="0"/>
          <a:ext cx="0" cy="0"/>
          <a:chOff x="0" y="0"/>
          <a:chExt cx="0" cy="0"/>
        </a:xfrm>
      </p:grpSpPr>
      <p:sp>
        <p:nvSpPr>
          <p:cNvPr id="1048589" name="Title 1"/>
          <p:cNvSpPr>
            <a:spLocks noGrp="1"/>
          </p:cNvSpPr>
          <p:nvPr>
            <p:ph type="ctrTitle"/>
          </p:nvPr>
        </p:nvSpPr>
        <p:spPr>
          <a:xfrm>
            <a:off x="1359108" y="1821635"/>
            <a:ext cx="9144000" cy="977778"/>
          </a:xfrm>
        </p:spPr>
        <p:txBody>
          <a:bodyPr/>
          <a:p>
            <a:pPr algn="ctr"/>
            <a:r>
              <a:t>Nutrition Agent</a:t>
            </a:r>
            <a:endParaRPr altLang="en-US" lang="zh-CN"/>
          </a:p>
        </p:txBody>
      </p:sp>
      <p:sp>
        <p:nvSpPr>
          <p:cNvPr id="1048590" name="TextBox 2"/>
          <p:cNvSpPr txBox="1"/>
          <p:nvPr/>
        </p:nvSpPr>
        <p:spPr>
          <a:xfrm>
            <a:off x="-329782" y="1034321"/>
            <a:ext cx="12726648" cy="584775"/>
          </a:xfrm>
          <a:prstGeom prst="rect"/>
          <a:noFill/>
        </p:spPr>
        <p:txBody>
          <a:bodyPr anchor="t" bIns="45720" lIns="91440" rIns="91440" rtlCol="0" tIns="45720" wrap="square">
            <a:spAutoFit/>
          </a:bodyPr>
          <a:p>
            <a:pPr algn="ctr"/>
            <a:r>
              <a:rPr b="1" dirty="0" sz="3200" lang="en-US">
                <a:solidFill>
                  <a:schemeClr val="accent1">
                    <a:lumMod val="75000"/>
                  </a:schemeClr>
                </a:solidFill>
                <a:latin typeface="Arial"/>
                <a:cs typeface="Arial"/>
              </a:rPr>
              <a:t>CAPSTONE PROJECT</a:t>
            </a:r>
          </a:p>
        </p:txBody>
      </p:sp>
      <p:sp>
        <p:nvSpPr>
          <p:cNvPr id="1048591" name="TextBox 3"/>
          <p:cNvSpPr txBox="1"/>
          <p:nvPr/>
        </p:nvSpPr>
        <p:spPr>
          <a:xfrm>
            <a:off x="3117529" y="4586365"/>
            <a:ext cx="7980183" cy="1310639"/>
          </a:xfrm>
          <a:prstGeom prst="rect"/>
          <a:noFill/>
        </p:spPr>
        <p:txBody>
          <a:bodyPr anchor="t" bIns="45720" lIns="91440" rIns="91440" rtlCol="0" tIns="45720" wrap="square">
            <a:spAutoFit/>
          </a:bodyPr>
          <a:p>
            <a:r>
              <a:rPr b="1" dirty="0" sz="2000" lang="en-US">
                <a:solidFill>
                  <a:schemeClr val="accent1">
                    <a:lumMod val="75000"/>
                  </a:schemeClr>
                </a:solidFill>
                <a:latin typeface="Arial" pitchFamily="34" charset="0"/>
                <a:cs typeface="Arial" pitchFamily="34" charset="0"/>
              </a:rPr>
              <a:t>Presented By:</a:t>
            </a:r>
            <a:r>
              <a:rPr altLang="en-GB" b="1" dirty="0" sz="2000" lang="en-US">
                <a:solidFill>
                  <a:schemeClr val="accent1">
                    <a:lumMod val="75000"/>
                  </a:schemeClr>
                </a:solidFill>
                <a:latin typeface="Arial" pitchFamily="34" charset="0"/>
                <a:cs typeface="Arial" pitchFamily="34" charset="0"/>
              </a:rPr>
              <a:t> </a:t>
            </a:r>
            <a:r>
              <a:rPr altLang="en-GB" b="1" dirty="0" sz="2000" lang="en-US">
                <a:solidFill>
                  <a:schemeClr val="accent1">
                    <a:lumMod val="75000"/>
                  </a:schemeClr>
                </a:solidFill>
                <a:latin typeface="Arial" pitchFamily="34" charset="0"/>
                <a:cs typeface="Arial" pitchFamily="34" charset="0"/>
              </a:rPr>
              <a:t> </a:t>
            </a:r>
            <a:endParaRPr altLang="en-US" lang="zh-CN"/>
          </a:p>
          <a:p>
            <a:r>
              <a:rPr b="1" dirty="0" sz="2000" lang="en-US">
                <a:solidFill>
                  <a:schemeClr val="accent1">
                    <a:lumMod val="75000"/>
                  </a:schemeClr>
                </a:solidFill>
                <a:latin typeface="Arial"/>
                <a:cs typeface="Arial"/>
              </a:rPr>
              <a:t>1. Student Name-</a:t>
            </a:r>
            <a:r>
              <a:rPr altLang="en-GB" b="1" dirty="0" sz="2000" lang="en-US">
                <a:solidFill>
                  <a:schemeClr val="accent1">
                    <a:lumMod val="75000"/>
                  </a:schemeClr>
                </a:solidFill>
                <a:latin typeface="Arial"/>
                <a:cs typeface="Arial"/>
              </a:rPr>
              <a:t> </a:t>
            </a:r>
            <a:r>
              <a:rPr altLang="en-GB" b="1" dirty="0" sz="2000" lang="en-US">
                <a:solidFill>
                  <a:schemeClr val="accent1">
                    <a:lumMod val="75000"/>
                  </a:schemeClr>
                </a:solidFill>
                <a:latin typeface="Arial"/>
                <a:cs typeface="Arial"/>
              </a:rPr>
              <a:t>A</a:t>
            </a:r>
            <a:r>
              <a:rPr altLang="en-GB" b="1" dirty="0" sz="2000" lang="en-US">
                <a:solidFill>
                  <a:schemeClr val="accent1">
                    <a:lumMod val="75000"/>
                  </a:schemeClr>
                </a:solidFill>
                <a:latin typeface="Arial"/>
                <a:cs typeface="Arial"/>
              </a:rPr>
              <a:t>k</a:t>
            </a:r>
            <a:r>
              <a:rPr altLang="en-GB" b="1" dirty="0" sz="2000" lang="en-US">
                <a:solidFill>
                  <a:schemeClr val="accent1">
                    <a:lumMod val="75000"/>
                  </a:schemeClr>
                </a:solidFill>
                <a:latin typeface="Arial"/>
                <a:cs typeface="Arial"/>
              </a:rPr>
              <a:t>s</a:t>
            </a:r>
            <a:r>
              <a:rPr altLang="en-GB" b="1" dirty="0" sz="2000" lang="en-US">
                <a:solidFill>
                  <a:schemeClr val="accent1">
                    <a:lumMod val="75000"/>
                  </a:schemeClr>
                </a:solidFill>
                <a:latin typeface="Arial"/>
                <a:cs typeface="Arial"/>
              </a:rPr>
              <a:t>h</a:t>
            </a:r>
            <a:r>
              <a:rPr altLang="en-GB" b="1" dirty="0" sz="2000" lang="en-US">
                <a:solidFill>
                  <a:schemeClr val="accent1">
                    <a:lumMod val="75000"/>
                  </a:schemeClr>
                </a:solidFill>
                <a:latin typeface="Arial"/>
                <a:cs typeface="Arial"/>
              </a:rPr>
              <a:t>a</a:t>
            </a:r>
            <a:r>
              <a:rPr altLang="en-GB" b="1" dirty="0" sz="2000" lang="en-US">
                <a:solidFill>
                  <a:schemeClr val="accent1">
                    <a:lumMod val="75000"/>
                  </a:schemeClr>
                </a:solidFill>
                <a:latin typeface="Arial"/>
                <a:cs typeface="Arial"/>
              </a:rPr>
              <a:t>y </a:t>
            </a:r>
            <a:r>
              <a:rPr altLang="en-GB" b="1" dirty="0" sz="2000" lang="en-US">
                <a:solidFill>
                  <a:schemeClr val="accent1">
                    <a:lumMod val="75000"/>
                  </a:schemeClr>
                </a:solidFill>
                <a:latin typeface="Arial"/>
                <a:cs typeface="Arial"/>
              </a:rPr>
              <a:t>Gabrieal </a:t>
            </a:r>
            <a:r>
              <a:rPr altLang="en-GB" b="1" dirty="0" sz="2000" lang="en-US">
                <a:solidFill>
                  <a:schemeClr val="accent1">
                    <a:lumMod val="75000"/>
                  </a:schemeClr>
                </a:solidFill>
                <a:latin typeface="Arial"/>
                <a:cs typeface="Arial"/>
              </a:rPr>
              <a:t>R </a:t>
            </a:r>
            <a:endParaRPr altLang="en-US" lang="zh-CN"/>
          </a:p>
          <a:p>
            <a:r>
              <a:rPr altLang="en-GB" b="1" dirty="0" sz="2000" lang="en-US">
                <a:solidFill>
                  <a:schemeClr val="accent1">
                    <a:lumMod val="75000"/>
                  </a:schemeClr>
                </a:solidFill>
                <a:latin typeface="Arial"/>
                <a:cs typeface="Arial"/>
              </a:rPr>
              <a:t>C</a:t>
            </a:r>
            <a:r>
              <a:rPr b="1" dirty="0" sz="2000" lang="en-US">
                <a:solidFill>
                  <a:schemeClr val="accent1">
                    <a:lumMod val="75000"/>
                  </a:schemeClr>
                </a:solidFill>
                <a:latin typeface="Arial"/>
                <a:cs typeface="Arial"/>
              </a:rPr>
              <a:t>ollege Name-</a:t>
            </a:r>
            <a:r>
              <a:rPr altLang="en-GB" b="1" dirty="0" sz="2000" lang="en-US">
                <a:solidFill>
                  <a:schemeClr val="accent1">
                    <a:lumMod val="75000"/>
                  </a:schemeClr>
                </a:solidFill>
                <a:latin typeface="Arial"/>
                <a:cs typeface="Arial"/>
              </a:rPr>
              <a:t> </a:t>
            </a:r>
            <a:r>
              <a:rPr altLang="en-GB" b="1" dirty="0" sz="2000" lang="en-US">
                <a:solidFill>
                  <a:schemeClr val="accent1">
                    <a:lumMod val="75000"/>
                  </a:schemeClr>
                </a:solidFill>
                <a:latin typeface="Arial"/>
                <a:cs typeface="Arial"/>
              </a:rPr>
              <a:t>S</a:t>
            </a:r>
            <a:r>
              <a:rPr altLang="en-GB" b="1" dirty="0" sz="2000" lang="en-US">
                <a:solidFill>
                  <a:schemeClr val="accent1">
                    <a:lumMod val="75000"/>
                  </a:schemeClr>
                </a:solidFill>
                <a:latin typeface="Arial"/>
                <a:cs typeface="Arial"/>
              </a:rPr>
              <a:t>t</a:t>
            </a:r>
            <a:r>
              <a:rPr altLang="en-GB" b="1" dirty="0" sz="2000" lang="en-US">
                <a:solidFill>
                  <a:schemeClr val="accent1">
                    <a:lumMod val="75000"/>
                  </a:schemeClr>
                </a:solidFill>
                <a:latin typeface="Arial"/>
                <a:cs typeface="Arial"/>
              </a:rPr>
              <a:t> </a:t>
            </a:r>
            <a:r>
              <a:rPr altLang="en-GB" b="1" dirty="0" sz="2000" lang="en-US">
                <a:solidFill>
                  <a:schemeClr val="accent1">
                    <a:lumMod val="75000"/>
                  </a:schemeClr>
                </a:solidFill>
                <a:latin typeface="Arial"/>
                <a:cs typeface="Arial"/>
              </a:rPr>
              <a:t>Joseph </a:t>
            </a:r>
            <a:r>
              <a:rPr altLang="en-GB" b="1" dirty="0" sz="2000" lang="en-US">
                <a:solidFill>
                  <a:schemeClr val="accent1">
                    <a:lumMod val="75000"/>
                  </a:schemeClr>
                </a:solidFill>
                <a:latin typeface="Arial"/>
                <a:cs typeface="Arial"/>
              </a:rPr>
              <a:t>engineering </a:t>
            </a:r>
            <a:r>
              <a:rPr altLang="en-GB" b="1" dirty="0" sz="2000" lang="en-US">
                <a:solidFill>
                  <a:schemeClr val="accent1">
                    <a:lumMod val="75000"/>
                  </a:schemeClr>
                </a:solidFill>
                <a:latin typeface="Arial"/>
                <a:cs typeface="Arial"/>
              </a:rPr>
              <a:t>college </a:t>
            </a:r>
            <a:endParaRPr altLang="en-US" lang="zh-CN"/>
          </a:p>
          <a:p>
            <a:r>
              <a:rPr b="1" dirty="0" sz="2000" lang="en-US">
                <a:solidFill>
                  <a:schemeClr val="accent1">
                    <a:lumMod val="75000"/>
                  </a:schemeClr>
                </a:solidFill>
                <a:latin typeface="Arial"/>
                <a:cs typeface="Arial"/>
              </a:rPr>
              <a:t>Department</a:t>
            </a:r>
            <a:r>
              <a:rPr altLang="en-GB" b="1" dirty="0" sz="2000" lang="en-US">
                <a:solidFill>
                  <a:schemeClr val="accent1">
                    <a:lumMod val="75000"/>
                  </a:schemeClr>
                </a:solidFill>
                <a:latin typeface="Arial"/>
                <a:cs typeface="Arial"/>
              </a:rPr>
              <a:t>-</a:t>
            </a:r>
            <a:r>
              <a:rPr altLang="en-GB" b="1" dirty="0" sz="2000" lang="en-US">
                <a:solidFill>
                  <a:schemeClr val="accent1">
                    <a:lumMod val="75000"/>
                  </a:schemeClr>
                </a:solidFill>
                <a:latin typeface="Arial"/>
                <a:cs typeface="Arial"/>
              </a:rPr>
              <a:t> </a:t>
            </a:r>
            <a:r>
              <a:rPr altLang="en-GB" b="1" dirty="0" sz="2000" lang="en-US">
                <a:solidFill>
                  <a:schemeClr val="accent1">
                    <a:lumMod val="75000"/>
                  </a:schemeClr>
                </a:solidFill>
                <a:latin typeface="Arial"/>
                <a:cs typeface="Arial"/>
              </a:rPr>
              <a:t>C</a:t>
            </a:r>
            <a:r>
              <a:rPr altLang="en-GB" b="1" dirty="0" sz="2000" lang="en-US">
                <a:solidFill>
                  <a:schemeClr val="accent1">
                    <a:lumMod val="75000"/>
                  </a:schemeClr>
                </a:solidFill>
                <a:latin typeface="Arial"/>
                <a:cs typeface="Arial"/>
              </a:rPr>
              <a:t>S</a:t>
            </a:r>
            <a:r>
              <a:rPr altLang="en-GB" b="1" dirty="0" sz="2000" lang="en-US">
                <a:solidFill>
                  <a:schemeClr val="accent1">
                    <a:lumMod val="75000"/>
                  </a:schemeClr>
                </a:solidFill>
                <a:latin typeface="Arial"/>
                <a:cs typeface="Arial"/>
              </a:rPr>
              <a:t>E</a:t>
            </a:r>
            <a:endParaRPr altLang="en-US" lang="zh-C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31" name=""/>
        <p:cNvGrpSpPr/>
        <p:nvPr/>
      </p:nvGrpSpPr>
      <p:grpSpPr>
        <a:xfrm>
          <a:off x="0" y="0"/>
          <a:ext cx="0" cy="0"/>
          <a:chOff x="0" y="0"/>
          <a:chExt cx="0" cy="0"/>
        </a:xfrm>
      </p:grpSpPr>
      <p:sp>
        <p:nvSpPr>
          <p:cNvPr id="1048595" name="Title 1"/>
          <p:cNvSpPr>
            <a:spLocks noGrp="1"/>
          </p:cNvSpPr>
          <p:nvPr>
            <p:ph type="title"/>
          </p:nvPr>
        </p:nvSpPr>
        <p:spPr>
          <a:xfrm>
            <a:off x="849573" y="558468"/>
            <a:ext cx="10515600" cy="1325563"/>
          </a:xfrm>
        </p:spPr>
        <p:txBody>
          <a:bodyPr/>
          <a:p>
            <a:r>
              <a:rPr b="1" lang="en-US">
                <a:solidFill>
                  <a:srgbClr val="002060"/>
                </a:solidFill>
                <a:latin typeface="Arial" panose="020B0604020202020204" pitchFamily="34" charset="0"/>
                <a:cs typeface="Arial" panose="020B0604020202020204" pitchFamily="34" charset="0"/>
              </a:rPr>
              <a:t>OUTLINE</a:t>
            </a:r>
          </a:p>
        </p:txBody>
      </p:sp>
      <p:sp>
        <p:nvSpPr>
          <p:cNvPr id="1048596" name="Content Placeholder 2"/>
          <p:cNvSpPr>
            <a:spLocks noGrp="1"/>
          </p:cNvSpPr>
          <p:nvPr>
            <p:ph idx="1"/>
          </p:nvPr>
        </p:nvSpPr>
        <p:spPr>
          <a:xfrm>
            <a:off x="838200" y="1618938"/>
            <a:ext cx="11019020" cy="5239062"/>
          </a:xfrm>
        </p:spPr>
        <p:txBody>
          <a:bodyPr anchor="t" bIns="45720" lIns="91440" rIns="91440" rtlCol="0" tIns="45720" vert="horz">
            <a:noAutofit/>
          </a:bodyPr>
          <a:p>
            <a:pPr indent="0" marL="0">
              <a:buNone/>
            </a:pPr>
            <a:r>
              <a:rPr b="1" dirty="0" sz="2000" lang="en-US">
                <a:latin typeface="Arial"/>
                <a:ea typeface="+mn-lt"/>
                <a:cs typeface="Arial"/>
              </a:rPr>
              <a:t>  </a:t>
            </a:r>
            <a:endParaRPr dirty="0" lang="en-US">
              <a:latin typeface="Arial"/>
              <a:cs typeface="Arial"/>
            </a:endParaRPr>
          </a:p>
          <a:p>
            <a:pPr indent="-305435" marL="305435"/>
            <a:r>
              <a:rPr b="1" dirty="0" sz="2000" lang="en-US">
                <a:latin typeface="Arial"/>
                <a:ea typeface="+mn-lt"/>
                <a:cs typeface="Arial"/>
              </a:rPr>
              <a:t>Problem Statement </a:t>
            </a:r>
            <a:r>
              <a:rPr dirty="0" sz="2000" lang="en-US">
                <a:latin typeface="Arial"/>
                <a:ea typeface="+mn-lt"/>
                <a:cs typeface="Arial"/>
              </a:rPr>
              <a:t>(Should not include solution)</a:t>
            </a:r>
            <a:endParaRPr dirty="0" lang="en-US">
              <a:latin typeface="Arial"/>
              <a:cs typeface="Arial"/>
            </a:endParaRPr>
          </a:p>
          <a:p>
            <a:pPr indent="-305435" marL="305435"/>
            <a:r>
              <a:rPr b="1" dirty="0" sz="2000" lang="en-US">
                <a:latin typeface="Arial"/>
                <a:ea typeface="+mn-lt"/>
                <a:cs typeface="Arial"/>
              </a:rPr>
              <a:t>Proposed System/Solution</a:t>
            </a:r>
            <a:endParaRPr dirty="0" lang="en-US">
              <a:latin typeface="Arial"/>
              <a:cs typeface="Arial"/>
            </a:endParaRPr>
          </a:p>
          <a:p>
            <a:pPr indent="-305435" marL="305435"/>
            <a:r>
              <a:rPr b="1" dirty="0" sz="2000" lang="en-US">
                <a:latin typeface="Arial"/>
                <a:ea typeface="+mn-lt"/>
                <a:cs typeface="Calibri"/>
              </a:rPr>
              <a:t>System </a:t>
            </a:r>
            <a:r>
              <a:rPr b="1" dirty="0" sz="2000" lang="en-US">
                <a:latin typeface="Arial"/>
                <a:ea typeface="+mn-lt"/>
                <a:cs typeface="+mn-lt"/>
              </a:rPr>
              <a:t>Development Approach </a:t>
            </a:r>
            <a:r>
              <a:rPr dirty="0" sz="2000" lang="en-US">
                <a:latin typeface="Arial"/>
                <a:ea typeface="+mn-lt"/>
                <a:cs typeface="+mn-lt"/>
              </a:rPr>
              <a:t>(Technology Used) </a:t>
            </a:r>
            <a:endParaRPr dirty="0" lang="en-US">
              <a:latin typeface="Arial"/>
              <a:ea typeface="+mn-lt"/>
              <a:cs typeface="+mn-lt"/>
            </a:endParaRPr>
          </a:p>
          <a:p>
            <a:pPr indent="-305435" marL="305435"/>
            <a:r>
              <a:rPr b="1" dirty="0" sz="2000" lang="en-US">
                <a:latin typeface="Arial"/>
                <a:ea typeface="+mn-lt"/>
                <a:cs typeface="+mn-lt"/>
              </a:rPr>
              <a:t>Algorithm &amp; Deployment  </a:t>
            </a:r>
            <a:endParaRPr dirty="0" lang="en-US">
              <a:latin typeface="Arial"/>
              <a:cs typeface="Calibri"/>
            </a:endParaRPr>
          </a:p>
          <a:p>
            <a:pPr indent="-305435" marL="305435"/>
            <a:r>
              <a:rPr b="1" dirty="0" sz="2000" lang="en-US">
                <a:latin typeface="Arial"/>
                <a:ea typeface="+mn-lt"/>
                <a:cs typeface="Arial"/>
              </a:rPr>
              <a:t>Result (Output Image)</a:t>
            </a:r>
          </a:p>
          <a:p>
            <a:pPr indent="-305435" marL="305435"/>
            <a:r>
              <a:rPr b="1" dirty="0" sz="2000" lang="en-US">
                <a:latin typeface="Arial"/>
                <a:ea typeface="+mn-lt"/>
                <a:cs typeface="Arial"/>
              </a:rPr>
              <a:t>Conclusion</a:t>
            </a:r>
            <a:endParaRPr dirty="0" lang="en-US">
              <a:latin typeface="Arial"/>
              <a:cs typeface="Arial"/>
            </a:endParaRPr>
          </a:p>
          <a:p>
            <a:pPr indent="-305435" marL="305435"/>
            <a:r>
              <a:rPr b="1" dirty="0" sz="2000" lang="en-US">
                <a:latin typeface="Arial"/>
                <a:ea typeface="+mn-lt"/>
                <a:cs typeface="Arial"/>
              </a:rPr>
              <a:t>Future Scope</a:t>
            </a:r>
          </a:p>
          <a:p>
            <a:pPr indent="-305435" marL="305435"/>
            <a:r>
              <a:rPr b="1" dirty="0" sz="2000" lang="en-US">
                <a:latin typeface="Arial"/>
                <a:ea typeface="+mn-lt"/>
                <a:cs typeface="Arial"/>
              </a:rPr>
              <a:t>References</a:t>
            </a:r>
            <a:endParaRPr dirty="0" lang="en-US">
              <a:latin typeface="Arial"/>
              <a:cs typeface="Arial"/>
            </a:endParaRPr>
          </a:p>
          <a:p>
            <a:pPr indent="-305435" marL="305435"/>
            <a:endParaRPr dirty="0" lang="en-US">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32" name=""/>
        <p:cNvGrpSpPr/>
        <p:nvPr/>
      </p:nvGrpSpPr>
      <p:grpSpPr>
        <a:xfrm>
          <a:off x="0" y="0"/>
          <a:ext cx="0" cy="0"/>
          <a:chOff x="0" y="0"/>
          <a:chExt cx="0" cy="0"/>
        </a:xfrm>
      </p:grpSpPr>
      <p:sp>
        <p:nvSpPr>
          <p:cNvPr id="1048597" name="Title 4"/>
          <p:cNvSpPr>
            <a:spLocks noGrp="1"/>
          </p:cNvSpPr>
          <p:nvPr>
            <p:ph type="title"/>
          </p:nvPr>
        </p:nvSpPr>
        <p:spPr/>
        <p:txBody>
          <a:bodyPr>
            <a:normAutofit fontScale="90000"/>
          </a:bodyPr>
          <a:p>
            <a:r>
              <a:rPr b="1" sz="4400" lang="en-US">
                <a:solidFill>
                  <a:schemeClr val="accent1"/>
                </a:solidFill>
                <a:latin typeface="Arial" panose="020B0604020202020204" pitchFamily="34" charset="0"/>
                <a:cs typeface="Arial" panose="020B0604020202020204" pitchFamily="34" charset="0"/>
              </a:rPr>
              <a:t>Problem Statement</a:t>
            </a:r>
            <a:endParaRPr sz="4400" lang="en-US"/>
          </a:p>
        </p:txBody>
      </p:sp>
      <p:sp>
        <p:nvSpPr>
          <p:cNvPr id="1048598" name=""/>
          <p:cNvSpPr txBox="1"/>
          <p:nvPr/>
        </p:nvSpPr>
        <p:spPr>
          <a:xfrm>
            <a:off x="825139" y="2423615"/>
            <a:ext cx="10541720" cy="3952240"/>
          </a:xfrm>
          <a:prstGeom prst="rect"/>
        </p:spPr>
        <p:txBody>
          <a:bodyPr rtlCol="0" wrap="square">
            <a:spAutoFit/>
          </a:bodyPr>
          <a:p>
            <a:r>
              <a:rPr sz="3200" lang="en-GB">
                <a:solidFill>
                  <a:srgbClr val="000000"/>
                </a:solidFill>
              </a:rPr>
              <a:t>In an era where health awareness is growing, individuals are increasingly seeking personalized nutrition guidance. However, most existing diet tools provide generic plans, lack real-time adaptability, and do not consider holistic lifestyle, cultural food habits, allergies, or evolving health conditions. Dieticians also face limitations in offering scalable, personalized consultations due to time and resource constraints.</a:t>
            </a:r>
            <a:endParaRPr sz="2800" lang="en-GB">
              <a:solidFill>
                <a:srgbClr val="000000"/>
              </a:solidFill>
            </a:endParaRPr>
          </a:p>
        </p:txBody>
      </p:sp>
      <p:sp>
        <p:nvSpPr>
          <p:cNvPr id="1048706" name=""/>
          <p:cNvSpPr txBox="1"/>
          <p:nvPr/>
        </p:nvSpPr>
        <p:spPr>
          <a:xfrm>
            <a:off x="1053701" y="1482065"/>
            <a:ext cx="4000000" cy="688340"/>
          </a:xfrm>
          <a:prstGeom prst="rect"/>
        </p:spPr>
        <p:txBody>
          <a:bodyPr rtlCol="0" wrap="square">
            <a:spAutoFit/>
          </a:bodyPr>
          <a:p>
            <a:r>
              <a:rPr altLang="en-GB" b="1" sz="4000" lang="en-US">
                <a:solidFill>
                  <a:srgbClr val="000000"/>
                </a:solidFill>
              </a:rPr>
              <a:t>P</a:t>
            </a:r>
            <a:r>
              <a:rPr altLang="en-GB" b="1" sz="4000" lang="en-US">
                <a:solidFill>
                  <a:srgbClr val="000000"/>
                </a:solidFill>
              </a:rPr>
              <a:t>r</a:t>
            </a:r>
            <a:r>
              <a:rPr altLang="en-GB" b="1" sz="4000" lang="en-US">
                <a:solidFill>
                  <a:srgbClr val="000000"/>
                </a:solidFill>
              </a:rPr>
              <a:t>o</a:t>
            </a:r>
            <a:r>
              <a:rPr altLang="en-GB" b="1" sz="4000" lang="en-US">
                <a:solidFill>
                  <a:srgbClr val="000000"/>
                </a:solidFill>
              </a:rPr>
              <a:t>b</a:t>
            </a:r>
            <a:r>
              <a:rPr altLang="en-GB" b="1" sz="4000" lang="en-US">
                <a:solidFill>
                  <a:srgbClr val="000000"/>
                </a:solidFill>
              </a:rPr>
              <a:t>lem </a:t>
            </a:r>
            <a:r>
              <a:rPr altLang="en-GB" b="1" sz="4000" lang="en-US">
                <a:solidFill>
                  <a:srgbClr val="000000"/>
                </a:solidFill>
              </a:rPr>
              <a:t>0</a:t>
            </a:r>
            <a:r>
              <a:rPr altLang="en-GB" b="1" sz="4000" lang="en-US">
                <a:solidFill>
                  <a:srgbClr val="000000"/>
                </a:solidFill>
              </a:rPr>
              <a:t>8</a:t>
            </a:r>
            <a:endParaRPr b="1" sz="2800" lang="en-GB">
              <a:solidFill>
                <a:srgbClr val="00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33" name=""/>
        <p:cNvGrpSpPr/>
        <p:nvPr/>
      </p:nvGrpSpPr>
      <p:grpSpPr>
        <a:xfrm>
          <a:off x="0" y="0"/>
          <a:ext cx="0" cy="0"/>
          <a:chOff x="0" y="0"/>
          <a:chExt cx="0" cy="0"/>
        </a:xfrm>
      </p:grpSpPr>
      <p:sp>
        <p:nvSpPr>
          <p:cNvPr id="1048599" name="Title 4"/>
          <p:cNvSpPr>
            <a:spLocks noGrp="1"/>
          </p:cNvSpPr>
          <p:nvPr>
            <p:ph type="title"/>
          </p:nvPr>
        </p:nvSpPr>
        <p:spPr/>
        <p:txBody>
          <a:bodyPr>
            <a:normAutofit fontScale="90000"/>
          </a:bodyPr>
          <a:p>
            <a:r>
              <a:rPr b="1" sz="4400" lang="en-US">
                <a:solidFill>
                  <a:schemeClr val="accent1"/>
                </a:solidFill>
                <a:latin typeface="Arial" panose="020B0604020202020204" pitchFamily="34" charset="0"/>
                <a:cs typeface="Arial" panose="020B0604020202020204" pitchFamily="34" charset="0"/>
              </a:rPr>
              <a:t>Proposed Solution</a:t>
            </a:r>
            <a:endParaRPr sz="4400" lang="en-US"/>
          </a:p>
        </p:txBody>
      </p:sp>
      <p:sp>
        <p:nvSpPr>
          <p:cNvPr id="1048677" name=""/>
          <p:cNvSpPr txBox="1"/>
          <p:nvPr/>
        </p:nvSpPr>
        <p:spPr>
          <a:xfrm>
            <a:off x="581192" y="1232451"/>
            <a:ext cx="10979005" cy="701040"/>
          </a:xfrm>
          <a:prstGeom prst="rect"/>
        </p:spPr>
        <p:txBody>
          <a:bodyPr rtlCol="0" wrap="square">
            <a:spAutoFit/>
          </a:bodyPr>
          <a:p>
            <a:r>
              <a:rPr sz="2000" lang="en-GB">
                <a:solidFill>
                  <a:srgbClr val="000000"/>
                </a:solidFill>
              </a:rPr>
              <a:t>The proposed solution is an AI-powered Virtual Nutrition Assistant, designed using IBM Cloud Lite services and IBM Granite foundation models. By leveraging large-scale dietary databases</a:t>
            </a:r>
            <a:endParaRPr sz="2800" lang="en-GB">
              <a:solidFill>
                <a:srgbClr val="000000"/>
              </a:solidFill>
            </a:endParaRPr>
          </a:p>
        </p:txBody>
      </p:sp>
      <p:sp>
        <p:nvSpPr>
          <p:cNvPr id="1048678" name=""/>
          <p:cNvSpPr txBox="1"/>
          <p:nvPr/>
        </p:nvSpPr>
        <p:spPr>
          <a:xfrm>
            <a:off x="581192" y="1933491"/>
            <a:ext cx="4572000" cy="358141"/>
          </a:xfrm>
          <a:prstGeom prst="rect"/>
        </p:spPr>
        <p:txBody>
          <a:bodyPr rtlCol="0" wrap="square">
            <a:spAutoFit/>
          </a:bodyPr>
          <a:p>
            <a:r>
              <a:rPr b="1" sz="1800" lang="en-GB">
                <a:solidFill>
                  <a:srgbClr val="000000"/>
                </a:solidFill>
              </a:rPr>
              <a:t>Data Collection:</a:t>
            </a:r>
            <a:endParaRPr b="1" sz="2800" lang="en-GB">
              <a:solidFill>
                <a:srgbClr val="000000"/>
              </a:solidFill>
            </a:endParaRPr>
          </a:p>
        </p:txBody>
      </p:sp>
      <p:sp>
        <p:nvSpPr>
          <p:cNvPr id="1048679" name=""/>
          <p:cNvSpPr txBox="1"/>
          <p:nvPr/>
        </p:nvSpPr>
        <p:spPr>
          <a:xfrm>
            <a:off x="581192" y="2291632"/>
            <a:ext cx="6565034" cy="891540"/>
          </a:xfrm>
          <a:prstGeom prst="rect"/>
        </p:spPr>
        <p:txBody>
          <a:bodyPr rtlCol="0" wrap="square">
            <a:spAutoFit/>
          </a:bodyPr>
          <a:p>
            <a:r>
              <a:rPr sz="1800" lang="en-GB">
                <a:solidFill>
                  <a:srgbClr val="000000"/>
                </a:solidFill>
              </a:rPr>
              <a:t>Public food databases (e.g., USDA, FoodData Central)
Nutrition labels, and user-entered text inputs
Health goal questionnaires</a:t>
            </a:r>
            <a:endParaRPr sz="2800" lang="en-GB">
              <a:solidFill>
                <a:srgbClr val="000000"/>
              </a:solidFill>
            </a:endParaRPr>
          </a:p>
        </p:txBody>
      </p:sp>
      <p:sp>
        <p:nvSpPr>
          <p:cNvPr id="1048680" name=""/>
          <p:cNvSpPr txBox="1"/>
          <p:nvPr/>
        </p:nvSpPr>
        <p:spPr>
          <a:xfrm>
            <a:off x="581192" y="3230880"/>
            <a:ext cx="4000000" cy="396240"/>
          </a:xfrm>
          <a:prstGeom prst="rect"/>
        </p:spPr>
        <p:txBody>
          <a:bodyPr rtlCol="0" wrap="square">
            <a:spAutoFit/>
          </a:bodyPr>
          <a:p>
            <a:r>
              <a:rPr altLang="en-GB" b="1" sz="2000" lang="en-US">
                <a:solidFill>
                  <a:srgbClr val="000000"/>
                </a:solidFill>
              </a:rPr>
              <a:t>Data Pre-processing:</a:t>
            </a:r>
            <a:endParaRPr b="1" sz="2800" lang="en-GB">
              <a:solidFill>
                <a:srgbClr val="000000"/>
              </a:solidFill>
            </a:endParaRPr>
          </a:p>
        </p:txBody>
      </p:sp>
      <p:sp>
        <p:nvSpPr>
          <p:cNvPr id="1048681" name=""/>
          <p:cNvSpPr txBox="1"/>
          <p:nvPr/>
        </p:nvSpPr>
        <p:spPr>
          <a:xfrm>
            <a:off x="581192" y="3627119"/>
            <a:ext cx="9410266" cy="624840"/>
          </a:xfrm>
          <a:prstGeom prst="rect"/>
        </p:spPr>
        <p:txBody>
          <a:bodyPr rtlCol="0" wrap="square">
            <a:spAutoFit/>
          </a:bodyPr>
          <a:p>
            <a:r>
              <a:rPr sz="1800" lang="en-GB">
                <a:solidFill>
                  <a:srgbClr val="000000"/>
                </a:solidFill>
              </a:rPr>
              <a:t>Used IBM Watson Studio AutoAI and Granite models
Processed inputs using NLP and image classification</a:t>
            </a:r>
            <a:endParaRPr sz="2800" lang="en-GB">
              <a:solidFill>
                <a:srgbClr val="000000"/>
              </a:solidFill>
            </a:endParaRPr>
          </a:p>
        </p:txBody>
      </p:sp>
      <p:sp>
        <p:nvSpPr>
          <p:cNvPr id="1048682" name=""/>
          <p:cNvSpPr txBox="1"/>
          <p:nvPr/>
        </p:nvSpPr>
        <p:spPr>
          <a:xfrm>
            <a:off x="581191" y="4242351"/>
            <a:ext cx="4059670" cy="701040"/>
          </a:xfrm>
          <a:prstGeom prst="rect"/>
        </p:spPr>
        <p:txBody>
          <a:bodyPr rtlCol="0" wrap="square">
            <a:spAutoFit/>
          </a:bodyPr>
          <a:p>
            <a:r>
              <a:rPr b="1" sz="2000" lang="en-GB">
                <a:solidFill>
                  <a:srgbClr val="000000"/>
                </a:solidFill>
              </a:rPr>
              <a:t>Model Training:
</a:t>
            </a:r>
            <a:endParaRPr b="1" sz="2800" lang="en-GB">
              <a:solidFill>
                <a:srgbClr val="000000"/>
              </a:solidFill>
            </a:endParaRPr>
          </a:p>
        </p:txBody>
      </p:sp>
      <p:sp>
        <p:nvSpPr>
          <p:cNvPr id="1048683" name=""/>
          <p:cNvSpPr txBox="1"/>
          <p:nvPr/>
        </p:nvSpPr>
        <p:spPr>
          <a:xfrm>
            <a:off x="581191" y="4695905"/>
            <a:ext cx="9757351" cy="1005840"/>
          </a:xfrm>
          <a:prstGeom prst="rect"/>
        </p:spPr>
        <p:txBody>
          <a:bodyPr rtlCol="0" wrap="square">
            <a:spAutoFit/>
          </a:bodyPr>
          <a:p>
            <a:r>
              <a:rPr sz="2000" lang="en-GB">
                <a:solidFill>
                  <a:srgbClr val="000000"/>
                </a:solidFill>
              </a:rPr>
              <a:t>IBM Granite LLM used to:
Classify food items and suggest alternatives
Generate meal plans and rationales </a:t>
            </a:r>
            <a:endParaRPr sz="2800" lang="en-GB">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54" name=""/>
        <p:cNvGrpSpPr/>
        <p:nvPr/>
      </p:nvGrpSpPr>
      <p:grpSpPr>
        <a:xfrm>
          <a:off x="0" y="0"/>
          <a:ext cx="0" cy="0"/>
          <a:chOff x="0" y="0"/>
          <a:chExt cx="0" cy="0"/>
        </a:xfrm>
      </p:grpSpPr>
      <p:sp>
        <p:nvSpPr>
          <p:cNvPr id="1048686" name="Title 4"/>
          <p:cNvSpPr>
            <a:spLocks noGrp="1"/>
          </p:cNvSpPr>
          <p:nvPr/>
        </p:nvSpPr>
        <p:spPr>
          <a:xfrm>
            <a:off x="581192" y="702156"/>
            <a:ext cx="11029616" cy="530296"/>
          </a:xfrm>
          <a:prstGeom prst="rect"/>
        </p:spPr>
        <p:txBody>
          <a:bodyPr anchor="b" bIns="45720" lIns="91440" rIns="91440" rtlCol="0" tIns="45720" vert="horz">
            <a:normAutofit fontScale="86364" lnSpcReduction="20000"/>
          </a:bodyPr>
          <a:lstStyle>
            <a:lvl1pPr algn="l" defTabSz="457200" eaLnBrk="1" hangingPunct="1" latinLnBrk="0" rtl="0">
              <a:lnSpc>
                <a:spcPct val="100000"/>
              </a:lnSpc>
              <a:spcBef>
                <a:spcPct val="0"/>
              </a:spcBef>
              <a:buNone/>
              <a:defRPr b="0" cap="all" sz="2800" kern="1200">
                <a:solidFill>
                  <a:srgbClr val="404040"/>
                </a:solidFill>
                <a:latin typeface="+mj-lt"/>
                <a:ea typeface="+mj-ea"/>
                <a:cs typeface="+mj-cs"/>
              </a:defRPr>
            </a:lvl1pPr>
            <a:lvl2pPr eaLnBrk="1" hangingPunct="1">
              <a:defRPr>
                <a:solidFill>
                  <a:srgbClr val="335B74"/>
                </a:solidFill>
              </a:defRPr>
            </a:lvl2pPr>
            <a:lvl3pPr eaLnBrk="1" hangingPunct="1">
              <a:defRPr>
                <a:solidFill>
                  <a:srgbClr val="335B74"/>
                </a:solidFill>
              </a:defRPr>
            </a:lvl3pPr>
            <a:lvl4pPr eaLnBrk="1" hangingPunct="1">
              <a:defRPr>
                <a:solidFill>
                  <a:srgbClr val="335B74"/>
                </a:solidFill>
              </a:defRPr>
            </a:lvl4pPr>
            <a:lvl5pPr eaLnBrk="1" hangingPunct="1">
              <a:defRPr>
                <a:solidFill>
                  <a:srgbClr val="335B74"/>
                </a:solidFill>
              </a:defRPr>
            </a:lvl5pPr>
            <a:lvl6pPr eaLnBrk="1" hangingPunct="1">
              <a:defRPr>
                <a:solidFill>
                  <a:srgbClr val="335B74"/>
                </a:solidFill>
              </a:defRPr>
            </a:lvl6pPr>
            <a:lvl7pPr eaLnBrk="1" hangingPunct="1">
              <a:defRPr>
                <a:solidFill>
                  <a:srgbClr val="335B74"/>
                </a:solidFill>
              </a:defRPr>
            </a:lvl7pPr>
            <a:lvl8pPr eaLnBrk="1" hangingPunct="1">
              <a:defRPr>
                <a:solidFill>
                  <a:srgbClr val="335B74"/>
                </a:solidFill>
              </a:defRPr>
            </a:lvl8pPr>
            <a:lvl9pPr eaLnBrk="1" hangingPunct="1">
              <a:defRPr>
                <a:solidFill>
                  <a:srgbClr val="335B74"/>
                </a:solidFill>
              </a:defRPr>
            </a:lvl9pPr>
          </a:lstStyle>
          <a:p>
            <a:r>
              <a:rPr b="1" sz="4400" lang="en-US">
                <a:solidFill>
                  <a:srgbClr val="1CADE4"/>
                </a:solidFill>
                <a:latin typeface="Arial" panose="020B0604020202020204" pitchFamily="34" charset="0"/>
                <a:cs typeface="Arial" panose="020B0604020202020204" pitchFamily="34" charset="0"/>
              </a:rPr>
              <a:t>Proposed Solution</a:t>
            </a:r>
            <a:endParaRPr sz="4400" lang="en-US"/>
          </a:p>
        </p:txBody>
      </p:sp>
      <p:sp>
        <p:nvSpPr>
          <p:cNvPr id="1048687" name=""/>
          <p:cNvSpPr txBox="1"/>
          <p:nvPr/>
        </p:nvSpPr>
        <p:spPr>
          <a:xfrm>
            <a:off x="581192" y="1232452"/>
            <a:ext cx="4572000" cy="396240"/>
          </a:xfrm>
          <a:prstGeom prst="rect"/>
        </p:spPr>
        <p:txBody>
          <a:bodyPr rtlCol="0" wrap="square">
            <a:spAutoFit/>
          </a:bodyPr>
          <a:p>
            <a:r>
              <a:rPr b="1" sz="2000" lang="en-GB">
                <a:solidFill>
                  <a:srgbClr val="000000"/>
                </a:solidFill>
              </a:rPr>
              <a:t>Deployment</a:t>
            </a:r>
            <a:endParaRPr b="1" sz="2800" lang="en-GB">
              <a:solidFill>
                <a:srgbClr val="000000"/>
              </a:solidFill>
            </a:endParaRPr>
          </a:p>
        </p:txBody>
      </p:sp>
      <p:sp>
        <p:nvSpPr>
          <p:cNvPr id="1048688" name=""/>
          <p:cNvSpPr txBox="1"/>
          <p:nvPr/>
        </p:nvSpPr>
        <p:spPr>
          <a:xfrm>
            <a:off x="581192" y="1628692"/>
            <a:ext cx="11158682" cy="1005840"/>
          </a:xfrm>
          <a:prstGeom prst="rect"/>
        </p:spPr>
        <p:txBody>
          <a:bodyPr rtlCol="0" wrap="square">
            <a:spAutoFit/>
          </a:bodyPr>
          <a:p>
            <a:r>
              <a:rPr sz="2000" lang="en-GB">
                <a:solidFill>
                  <a:srgbClr val="000000"/>
                </a:solidFill>
              </a:rPr>
              <a:t>Deployed as a chat-based virtual assistant and REST API on IBM Cloud
Integrated with front-end (web or mobile) for user interaction
Used dynamic prompts to generate real-time recommendations</a:t>
            </a:r>
            <a:endParaRPr sz="2800" lang="en-GB">
              <a:solidFill>
                <a:srgbClr val="000000"/>
              </a:solidFill>
            </a:endParaRPr>
          </a:p>
        </p:txBody>
      </p:sp>
      <p:sp>
        <p:nvSpPr>
          <p:cNvPr id="1048689" name=""/>
          <p:cNvSpPr txBox="1"/>
          <p:nvPr/>
        </p:nvSpPr>
        <p:spPr>
          <a:xfrm>
            <a:off x="581191" y="3030771"/>
            <a:ext cx="4572000" cy="396240"/>
          </a:xfrm>
          <a:prstGeom prst="rect"/>
        </p:spPr>
        <p:txBody>
          <a:bodyPr rtlCol="0" wrap="square">
            <a:spAutoFit/>
          </a:bodyPr>
          <a:p>
            <a:r>
              <a:rPr b="1" sz="2000" lang="en-GB">
                <a:solidFill>
                  <a:srgbClr val="000000"/>
                </a:solidFill>
              </a:rPr>
              <a:t>Evaluation</a:t>
            </a:r>
            <a:endParaRPr b="1" sz="2800" lang="en-GB">
              <a:solidFill>
                <a:srgbClr val="000000"/>
              </a:solidFill>
            </a:endParaRPr>
          </a:p>
        </p:txBody>
      </p:sp>
      <p:sp>
        <p:nvSpPr>
          <p:cNvPr id="1048690" name=""/>
          <p:cNvSpPr txBox="1"/>
          <p:nvPr/>
        </p:nvSpPr>
        <p:spPr>
          <a:xfrm>
            <a:off x="764887" y="3429000"/>
            <a:ext cx="6638637" cy="1005840"/>
          </a:xfrm>
          <a:prstGeom prst="rect"/>
        </p:spPr>
        <p:txBody>
          <a:bodyPr rtlCol="0" wrap="square">
            <a:spAutoFit/>
          </a:bodyPr>
          <a:p>
            <a:r>
              <a:rPr sz="2000" lang="en-GB">
                <a:solidFill>
                  <a:srgbClr val="000000"/>
                </a:solidFill>
              </a:rPr>
              <a:t>Personalized meal plan
Nutritional analysis
Food swap suggestions</a:t>
            </a:r>
            <a:endParaRPr sz="2800" lang="en-GB">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34" name=""/>
        <p:cNvGrpSpPr/>
        <p:nvPr/>
      </p:nvGrpSpPr>
      <p:grpSpPr>
        <a:xfrm>
          <a:off x="0" y="0"/>
          <a:ext cx="0" cy="0"/>
          <a:chOff x="0" y="0"/>
          <a:chExt cx="0" cy="0"/>
        </a:xfrm>
      </p:grpSpPr>
      <p:sp>
        <p:nvSpPr>
          <p:cNvPr id="1048601" name="Title 4"/>
          <p:cNvSpPr>
            <a:spLocks noGrp="1"/>
          </p:cNvSpPr>
          <p:nvPr>
            <p:ph type="title"/>
          </p:nvPr>
        </p:nvSpPr>
        <p:spPr>
          <a:xfrm>
            <a:off x="581192" y="1132845"/>
            <a:ext cx="11029616" cy="530296"/>
          </a:xfrm>
        </p:spPr>
        <p:txBody>
          <a:bodyPr>
            <a:normAutofit fontScale="90000"/>
          </a:bodyPr>
          <a:p>
            <a:r>
              <a:rPr b="1" sz="4400" lang="en-US">
                <a:solidFill>
                  <a:schemeClr val="accent1"/>
                </a:solidFill>
                <a:latin typeface="Arial"/>
                <a:ea typeface="+mj-lt"/>
                <a:cs typeface="Arial"/>
              </a:rPr>
              <a:t>System  Approach</a:t>
            </a:r>
            <a:endParaRPr sz="4400" lang="en-US">
              <a:solidFill>
                <a:schemeClr val="accent1"/>
              </a:solidFill>
              <a:latin typeface="Calibri Light"/>
              <a:cs typeface="Calibri Light"/>
            </a:endParaRPr>
          </a:p>
        </p:txBody>
      </p:sp>
      <p:sp>
        <p:nvSpPr>
          <p:cNvPr id="1048602" name=""/>
          <p:cNvSpPr txBox="1"/>
          <p:nvPr/>
        </p:nvSpPr>
        <p:spPr>
          <a:xfrm rot="18638">
            <a:off x="805506" y="3447437"/>
            <a:ext cx="6807771" cy="2225040"/>
          </a:xfrm>
          <a:prstGeom prst="rect"/>
        </p:spPr>
        <p:txBody>
          <a:bodyPr rtlCol="0" wrap="square">
            <a:spAutoFit/>
          </a:bodyPr>
          <a:p>
            <a:r>
              <a:rPr sz="2400" lang="en-GB">
                <a:solidFill>
                  <a:srgbClr val="000000"/>
                </a:solidFill>
              </a:rPr>
              <a:t>IBM Granite Foundation Models
Natural Language Processing (NLP)
Multimodal Input Handling (text, image, voice)
Large-scale dietary and medical data integration
LLM (Large Language Model)-powered reasoning for contextual explanations</a:t>
            </a:r>
            <a:endParaRPr sz="2800" lang="en-GB">
              <a:solidFill>
                <a:srgbClr val="000000"/>
              </a:solidFill>
            </a:endParaRPr>
          </a:p>
        </p:txBody>
      </p:sp>
      <p:sp>
        <p:nvSpPr>
          <p:cNvPr id="1048691" name=""/>
          <p:cNvSpPr txBox="1"/>
          <p:nvPr/>
        </p:nvSpPr>
        <p:spPr>
          <a:xfrm>
            <a:off x="581191" y="1643143"/>
            <a:ext cx="10991994" cy="1005840"/>
          </a:xfrm>
          <a:prstGeom prst="rect"/>
        </p:spPr>
        <p:txBody>
          <a:bodyPr rtlCol="0" wrap="square">
            <a:spAutoFit/>
          </a:bodyPr>
          <a:p>
            <a:r>
              <a:rPr sz="2000" lang="en-GB">
                <a:solidFill>
                  <a:srgbClr val="000000"/>
                </a:solidFill>
              </a:rPr>
              <a:t>The system development was carried out using IBM Cloud Lite’s AI and machine learning services with a no-code 
</a:t>
            </a:r>
            <a:endParaRPr sz="2800" lang="en-GB">
              <a:solidFill>
                <a:srgbClr val="000000"/>
              </a:solidFill>
            </a:endParaRPr>
          </a:p>
        </p:txBody>
      </p:sp>
      <p:sp>
        <p:nvSpPr>
          <p:cNvPr id="1048692" name=""/>
          <p:cNvSpPr txBox="1"/>
          <p:nvPr/>
        </p:nvSpPr>
        <p:spPr>
          <a:xfrm>
            <a:off x="799524" y="2425463"/>
            <a:ext cx="4572000" cy="447040"/>
          </a:xfrm>
          <a:prstGeom prst="rect"/>
        </p:spPr>
        <p:txBody>
          <a:bodyPr rtlCol="0" wrap="square">
            <a:spAutoFit/>
          </a:bodyPr>
          <a:p>
            <a:r>
              <a:rPr b="1" sz="2400" lang="en-GB">
                <a:solidFill>
                  <a:srgbClr val="000000"/>
                </a:solidFill>
              </a:rPr>
              <a:t>Platform</a:t>
            </a:r>
            <a:endParaRPr b="1" sz="2800" lang="en-GB">
              <a:solidFill>
                <a:srgbClr val="000000"/>
              </a:solidFill>
            </a:endParaRPr>
          </a:p>
        </p:txBody>
      </p:sp>
      <p:sp>
        <p:nvSpPr>
          <p:cNvPr id="1048694" name=""/>
          <p:cNvSpPr txBox="1"/>
          <p:nvPr/>
        </p:nvSpPr>
        <p:spPr>
          <a:xfrm rot="18638">
            <a:off x="2597072" y="2521983"/>
            <a:ext cx="6807771" cy="701040"/>
          </a:xfrm>
          <a:prstGeom prst="rect"/>
        </p:spPr>
        <p:txBody>
          <a:bodyPr rtlCol="0" wrap="square">
            <a:spAutoFit/>
          </a:bodyPr>
          <a:lstStyle>
            <a:defPPr>
              <a:defRPr lang="en-US"/>
            </a:defPPr>
            <a:lvl1pPr algn="l" defTabSz="914400" eaLnBrk="1" hangingPunct="1" latinLnBrk="0" marL="0" rtl="0">
              <a:defRPr sz="1800" kern="1200">
                <a:solidFill>
                  <a:srgbClr val="000000"/>
                </a:solidFill>
                <a:latin typeface="+mn-lt"/>
                <a:ea typeface="+mn-ea"/>
                <a:cs typeface="+mn-cs"/>
              </a:defRPr>
            </a:lvl1pPr>
            <a:lvl2pPr algn="l" defTabSz="914400" eaLnBrk="1" hangingPunct="1" latinLnBrk="0" marL="457200" rtl="0">
              <a:defRPr sz="1800" kern="1200">
                <a:solidFill>
                  <a:srgbClr val="000000"/>
                </a:solidFill>
                <a:latin typeface="+mn-lt"/>
                <a:ea typeface="+mn-ea"/>
                <a:cs typeface="+mn-cs"/>
              </a:defRPr>
            </a:lvl2pPr>
            <a:lvl3pPr algn="l" defTabSz="914400" eaLnBrk="1" hangingPunct="1" latinLnBrk="0" marL="914400" rtl="0">
              <a:defRPr sz="1800" kern="1200">
                <a:solidFill>
                  <a:srgbClr val="000000"/>
                </a:solidFill>
                <a:latin typeface="+mn-lt"/>
                <a:ea typeface="+mn-ea"/>
                <a:cs typeface="+mn-cs"/>
              </a:defRPr>
            </a:lvl3pPr>
            <a:lvl4pPr algn="l" defTabSz="914400" eaLnBrk="1" hangingPunct="1" latinLnBrk="0" marL="1371600" rtl="0">
              <a:defRPr sz="1800" kern="1200">
                <a:solidFill>
                  <a:srgbClr val="000000"/>
                </a:solidFill>
                <a:latin typeface="+mn-lt"/>
                <a:ea typeface="+mn-ea"/>
                <a:cs typeface="+mn-cs"/>
              </a:defRPr>
            </a:lvl4pPr>
            <a:lvl5pPr algn="l" defTabSz="914400" eaLnBrk="1" hangingPunct="1" latinLnBrk="0" marL="1828800" rtl="0">
              <a:defRPr sz="1800" kern="1200">
                <a:solidFill>
                  <a:srgbClr val="000000"/>
                </a:solidFill>
                <a:latin typeface="+mn-lt"/>
                <a:ea typeface="+mn-ea"/>
                <a:cs typeface="+mn-cs"/>
              </a:defRPr>
            </a:lvl5pPr>
            <a:lvl6pPr algn="l" defTabSz="914400" eaLnBrk="1" hangingPunct="1" latinLnBrk="0" marL="2286000" rtl="0">
              <a:defRPr sz="1800" kern="1200">
                <a:solidFill>
                  <a:srgbClr val="000000"/>
                </a:solidFill>
                <a:latin typeface="+mn-lt"/>
                <a:ea typeface="+mn-ea"/>
                <a:cs typeface="+mn-cs"/>
              </a:defRPr>
            </a:lvl6pPr>
            <a:lvl7pPr algn="l" defTabSz="914400" eaLnBrk="1" hangingPunct="1" latinLnBrk="0" marL="2743200" rtl="0">
              <a:defRPr sz="1800" kern="1200">
                <a:solidFill>
                  <a:srgbClr val="000000"/>
                </a:solidFill>
                <a:latin typeface="+mn-lt"/>
                <a:ea typeface="+mn-ea"/>
                <a:cs typeface="+mn-cs"/>
              </a:defRPr>
            </a:lvl7pPr>
            <a:lvl8pPr algn="l" defTabSz="914400" eaLnBrk="1" hangingPunct="1" latinLnBrk="0" marL="3200400" rtl="0">
              <a:defRPr sz="1800" kern="1200">
                <a:solidFill>
                  <a:srgbClr val="000000"/>
                </a:solidFill>
                <a:latin typeface="+mn-lt"/>
                <a:ea typeface="+mn-ea"/>
                <a:cs typeface="+mn-cs"/>
              </a:defRPr>
            </a:lvl8pPr>
            <a:lvl9pPr algn="l" defTabSz="914400" eaLnBrk="1" hangingPunct="1" latinLnBrk="0" marL="3657600" rtl="0">
              <a:defRPr sz="1800" kern="1200">
                <a:solidFill>
                  <a:srgbClr val="000000"/>
                </a:solidFill>
                <a:latin typeface="+mn-lt"/>
                <a:ea typeface="+mn-ea"/>
                <a:cs typeface="+mn-cs"/>
              </a:defRPr>
            </a:lvl9pPr>
          </a:lstStyle>
          <a:p>
            <a:r>
              <a:rPr sz="2000" lang="en-GB">
                <a:solidFill>
                  <a:srgbClr val="000000"/>
                </a:solidFill>
                <a:latin typeface="Franklin Gothic Book"/>
              </a:rPr>
              <a:t>IBM Cloud Lite Services
</a:t>
            </a:r>
            <a:endParaRPr sz="2800" lang="en-GB">
              <a:solidFill>
                <a:srgbClr val="000000"/>
              </a:solidFill>
            </a:endParaRPr>
          </a:p>
        </p:txBody>
      </p:sp>
      <p:sp>
        <p:nvSpPr>
          <p:cNvPr id="1048695" name=""/>
          <p:cNvSpPr txBox="1"/>
          <p:nvPr/>
        </p:nvSpPr>
        <p:spPr>
          <a:xfrm>
            <a:off x="799524" y="2964179"/>
            <a:ext cx="7862454" cy="447040"/>
          </a:xfrm>
          <a:prstGeom prst="rect"/>
        </p:spPr>
        <p:txBody>
          <a:bodyPr rtlCol="0" wrap="square">
            <a:spAutoFit/>
          </a:bodyPr>
          <a:p>
            <a:r>
              <a:rPr sz="2400" lang="en-GB">
                <a:solidFill>
                  <a:srgbClr val="000000"/>
                </a:solidFill>
              </a:rPr>
              <a:t>Tool: IBM Watson Studio (AutoAI / No-Code Tool)</a:t>
            </a:r>
            <a:endParaRPr sz="2800" lang="en-GB">
              <a:solidFill>
                <a:srgbClr val="000000"/>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35" name=""/>
        <p:cNvGrpSpPr/>
        <p:nvPr/>
      </p:nvGrpSpPr>
      <p:grpSpPr>
        <a:xfrm>
          <a:off x="0" y="0"/>
          <a:ext cx="0" cy="0"/>
          <a:chOff x="0" y="0"/>
          <a:chExt cx="0" cy="0"/>
        </a:xfrm>
      </p:grpSpPr>
      <p:sp>
        <p:nvSpPr>
          <p:cNvPr id="1048603" name="Title 4"/>
          <p:cNvSpPr>
            <a:spLocks noGrp="1"/>
          </p:cNvSpPr>
          <p:nvPr>
            <p:ph type="title"/>
          </p:nvPr>
        </p:nvSpPr>
        <p:spPr/>
        <p:txBody>
          <a:bodyPr>
            <a:normAutofit fontScale="90000"/>
          </a:bodyPr>
          <a:p>
            <a:r>
              <a:rPr b="1" sz="4400" lang="en-US">
                <a:solidFill>
                  <a:schemeClr val="accent1"/>
                </a:solidFill>
                <a:latin typeface="Arial"/>
                <a:ea typeface="+mj-lt"/>
                <a:cs typeface="Arial"/>
              </a:rPr>
              <a:t>Algorithm &amp; Deployment</a:t>
            </a:r>
            <a:endParaRPr lang="en-US"/>
          </a:p>
        </p:txBody>
      </p:sp>
      <p:sp>
        <p:nvSpPr>
          <p:cNvPr id="1048696" name=""/>
          <p:cNvSpPr txBox="1"/>
          <p:nvPr/>
        </p:nvSpPr>
        <p:spPr>
          <a:xfrm>
            <a:off x="581191" y="1232451"/>
            <a:ext cx="9158431" cy="1158240"/>
          </a:xfrm>
          <a:prstGeom prst="rect"/>
        </p:spPr>
        <p:txBody>
          <a:bodyPr rtlCol="0" wrap="square">
            <a:spAutoFit/>
          </a:bodyPr>
          <a:p>
            <a:r>
              <a:rPr sz="2400" lang="en-GB">
                <a:solidFill>
                  <a:srgbClr val="000000"/>
                </a:solidFill>
              </a:rPr>
              <a:t>AI Architecture
IBM Watson AutoAI and IBM Granite models were used 
</a:t>
            </a:r>
            <a:endParaRPr sz="2800" lang="en-GB">
              <a:solidFill>
                <a:srgbClr val="000000"/>
              </a:solidFill>
            </a:endParaRPr>
          </a:p>
        </p:txBody>
      </p:sp>
      <p:sp>
        <p:nvSpPr>
          <p:cNvPr id="1048697" name=""/>
          <p:cNvSpPr txBox="1"/>
          <p:nvPr/>
        </p:nvSpPr>
        <p:spPr>
          <a:xfrm>
            <a:off x="581192" y="2297181"/>
            <a:ext cx="10971067" cy="1513841"/>
          </a:xfrm>
          <a:prstGeom prst="rect"/>
        </p:spPr>
        <p:txBody>
          <a:bodyPr rtlCol="0" wrap="square">
            <a:spAutoFit/>
          </a:bodyPr>
          <a:p>
            <a:r>
              <a:rPr sz="2400" lang="en-GB">
                <a:solidFill>
                  <a:srgbClr val="000000"/>
                </a:solidFill>
              </a:rPr>
              <a:t>Best Performing Model
The best pipeline used Granite LLM + Nutrition Dataset Prompting
Generated highly personalized diet plans and food suggestions
Optimized for relevance, adaptability, and nutritional accuracy</a:t>
            </a:r>
            <a:endParaRPr sz="2800" lang="en-GB">
              <a:solidFill>
                <a:srgbClr val="000000"/>
              </a:solidFill>
            </a:endParaRPr>
          </a:p>
        </p:txBody>
      </p:sp>
      <p:sp>
        <p:nvSpPr>
          <p:cNvPr id="1048698" name=""/>
          <p:cNvSpPr txBox="1"/>
          <p:nvPr/>
        </p:nvSpPr>
        <p:spPr>
          <a:xfrm>
            <a:off x="581191" y="3892207"/>
            <a:ext cx="11276300" cy="1513841"/>
          </a:xfrm>
          <a:prstGeom prst="rect"/>
        </p:spPr>
        <p:txBody>
          <a:bodyPr rtlCol="0" wrap="square">
            <a:spAutoFit/>
          </a:bodyPr>
          <a:p>
            <a:r>
              <a:rPr sz="2400" lang="en-GB">
                <a:solidFill>
                  <a:srgbClr val="000000"/>
                </a:solidFill>
              </a:rPr>
              <a:t>Final Deployment
Deployed as a chat-based assistant on IBM Cloud Lite
Integrated with APIs to fetch food data and perform analysis
Outputs include meal plan</a:t>
            </a:r>
            <a:endParaRPr sz="2800" lang="en-GB">
              <a:solidFill>
                <a:srgbClr val="000000"/>
              </a:solidFill>
            </a:endParaRPr>
          </a:p>
        </p:txBody>
      </p:sp>
      <p:sp>
        <p:nvSpPr>
          <p:cNvPr id="1048699" name=""/>
          <p:cNvSpPr txBox="1"/>
          <p:nvPr/>
        </p:nvSpPr>
        <p:spPr>
          <a:xfrm>
            <a:off x="581192" y="5547360"/>
            <a:ext cx="10718511" cy="1310640"/>
          </a:xfrm>
          <a:prstGeom prst="rect"/>
        </p:spPr>
        <p:txBody>
          <a:bodyPr rtlCol="0" wrap="square">
            <a:spAutoFit/>
          </a:bodyPr>
          <a:p>
            <a:r>
              <a:rPr sz="2000" lang="en-GB">
                <a:solidFill>
                  <a:srgbClr val="000000"/>
                </a:solidFill>
              </a:rPr>
              <a:t>Model Selection Criteria
Final model was selected automatically based on personalization quality, nutritional value optimization, and interactive performance, ensuring highly adaptive and user-specific recommendations.</a:t>
            </a:r>
            <a:endParaRPr sz="2800" lang="en-GB">
              <a:solidFill>
                <a:srgbClr val="00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36" name=""/>
        <p:cNvGrpSpPr/>
        <p:nvPr/>
      </p:nvGrpSpPr>
      <p:grpSpPr>
        <a:xfrm>
          <a:off x="0" y="0"/>
          <a:ext cx="0" cy="0"/>
          <a:chOff x="0" y="0"/>
          <a:chExt cx="0" cy="0"/>
        </a:xfrm>
      </p:grpSpPr>
      <p:sp>
        <p:nvSpPr>
          <p:cNvPr id="1048605" name="Title 4"/>
          <p:cNvSpPr>
            <a:spLocks noGrp="1"/>
          </p:cNvSpPr>
          <p:nvPr>
            <p:ph type="title"/>
          </p:nvPr>
        </p:nvSpPr>
        <p:spPr/>
        <p:txBody>
          <a:bodyPr>
            <a:normAutofit fontScale="90000"/>
          </a:bodyPr>
          <a:p>
            <a:r>
              <a:rPr b="1" sz="4400" lang="en-US">
                <a:solidFill>
                  <a:schemeClr val="accent1"/>
                </a:solidFill>
                <a:latin typeface="Arial"/>
                <a:ea typeface="+mj-lt"/>
                <a:cs typeface="Arial"/>
              </a:rPr>
              <a:t>Result</a:t>
            </a:r>
            <a:endParaRPr lang="en-US"/>
          </a:p>
        </p:txBody>
      </p:sp>
      <p:pic>
        <p:nvPicPr>
          <p:cNvPr id="2097157" name=""/>
          <p:cNvPicPr>
            <a:picLocks/>
          </p:cNvPicPr>
          <p:nvPr/>
        </p:nvPicPr>
        <p:blipFill>
          <a:blip xmlns:r="http://schemas.openxmlformats.org/officeDocument/2006/relationships" r:embed="rId1"/>
          <a:stretch>
            <a:fillRect/>
          </a:stretch>
        </p:blipFill>
        <p:spPr>
          <a:xfrm rot="0">
            <a:off x="786468" y="1232452"/>
            <a:ext cx="8273337" cy="6126661"/>
          </a:xfrm>
          <a:prstGeom prst="rec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59" name=""/>
        <p:cNvGrpSpPr/>
        <p:nvPr/>
      </p:nvGrpSpPr>
      <p:grpSpPr>
        <a:xfrm>
          <a:off x="0" y="0"/>
          <a:ext cx="0" cy="0"/>
          <a:chOff x="0" y="0"/>
          <a:chExt cx="0" cy="0"/>
        </a:xfrm>
      </p:grpSpPr>
      <p:sp>
        <p:nvSpPr>
          <p:cNvPr id="1048701" name="Title 4"/>
          <p:cNvSpPr>
            <a:spLocks noGrp="1"/>
          </p:cNvSpPr>
          <p:nvPr/>
        </p:nvSpPr>
        <p:spPr>
          <a:xfrm>
            <a:off x="581192" y="702156"/>
            <a:ext cx="11029616" cy="530296"/>
          </a:xfrm>
          <a:prstGeom prst="rect"/>
        </p:spPr>
        <p:txBody>
          <a:bodyPr anchor="b" bIns="45720" lIns="91440" rIns="91440" rtlCol="0" tIns="45720" vert="horz">
            <a:normAutofit fontScale="86364" lnSpcReduction="20000"/>
          </a:bodyPr>
          <a:lstStyle>
            <a:lvl1pPr algn="l" defTabSz="457200" eaLnBrk="1" hangingPunct="1" latinLnBrk="0" rtl="0">
              <a:lnSpc>
                <a:spcPct val="100000"/>
              </a:lnSpc>
              <a:spcBef>
                <a:spcPct val="0"/>
              </a:spcBef>
              <a:buNone/>
              <a:defRPr b="0" cap="all" sz="2800" kern="1200">
                <a:solidFill>
                  <a:srgbClr val="404040"/>
                </a:solidFill>
                <a:latin typeface="+mj-lt"/>
                <a:ea typeface="+mj-ea"/>
                <a:cs typeface="+mj-cs"/>
              </a:defRPr>
            </a:lvl1pPr>
            <a:lvl2pPr eaLnBrk="1" hangingPunct="1">
              <a:defRPr>
                <a:solidFill>
                  <a:srgbClr val="335B74"/>
                </a:solidFill>
              </a:defRPr>
            </a:lvl2pPr>
            <a:lvl3pPr eaLnBrk="1" hangingPunct="1">
              <a:defRPr>
                <a:solidFill>
                  <a:srgbClr val="335B74"/>
                </a:solidFill>
              </a:defRPr>
            </a:lvl3pPr>
            <a:lvl4pPr eaLnBrk="1" hangingPunct="1">
              <a:defRPr>
                <a:solidFill>
                  <a:srgbClr val="335B74"/>
                </a:solidFill>
              </a:defRPr>
            </a:lvl4pPr>
            <a:lvl5pPr eaLnBrk="1" hangingPunct="1">
              <a:defRPr>
                <a:solidFill>
                  <a:srgbClr val="335B74"/>
                </a:solidFill>
              </a:defRPr>
            </a:lvl5pPr>
            <a:lvl6pPr eaLnBrk="1" hangingPunct="1">
              <a:defRPr>
                <a:solidFill>
                  <a:srgbClr val="335B74"/>
                </a:solidFill>
              </a:defRPr>
            </a:lvl6pPr>
            <a:lvl7pPr eaLnBrk="1" hangingPunct="1">
              <a:defRPr>
                <a:solidFill>
                  <a:srgbClr val="335B74"/>
                </a:solidFill>
              </a:defRPr>
            </a:lvl7pPr>
            <a:lvl8pPr eaLnBrk="1" hangingPunct="1">
              <a:defRPr>
                <a:solidFill>
                  <a:srgbClr val="335B74"/>
                </a:solidFill>
              </a:defRPr>
            </a:lvl8pPr>
            <a:lvl9pPr eaLnBrk="1" hangingPunct="1">
              <a:defRPr>
                <a:solidFill>
                  <a:srgbClr val="335B74"/>
                </a:solidFill>
              </a:defRPr>
            </a:lvl9pPr>
          </a:lstStyle>
          <a:p>
            <a:r>
              <a:rPr b="1" sz="4400" lang="en-US">
                <a:solidFill>
                  <a:srgbClr val="1CADE4"/>
                </a:solidFill>
                <a:latin typeface="Arial"/>
                <a:ea typeface="+mj-lt"/>
                <a:cs typeface="Arial"/>
              </a:rPr>
              <a:t>Result</a:t>
            </a:r>
            <a:endParaRPr lang="en-US"/>
          </a:p>
        </p:txBody>
      </p:sp>
      <p:pic>
        <p:nvPicPr>
          <p:cNvPr id="2097158" name=""/>
          <p:cNvPicPr>
            <a:picLocks/>
          </p:cNvPicPr>
          <p:nvPr/>
        </p:nvPicPr>
        <p:blipFill>
          <a:blip xmlns:r="http://schemas.openxmlformats.org/officeDocument/2006/relationships" r:embed="rId1"/>
          <a:stretch>
            <a:fillRect/>
          </a:stretch>
        </p:blipFill>
        <p:spPr>
          <a:xfrm rot="0">
            <a:off x="769032" y="1232451"/>
            <a:ext cx="8332899" cy="5498256"/>
          </a:xfrm>
          <a:prstGeom prst="rec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60" name=""/>
        <p:cNvGrpSpPr/>
        <p:nvPr/>
      </p:nvGrpSpPr>
      <p:grpSpPr>
        <a:xfrm>
          <a:off x="0" y="0"/>
          <a:ext cx="0" cy="0"/>
          <a:chOff x="0" y="0"/>
          <a:chExt cx="0" cy="0"/>
        </a:xfrm>
      </p:grpSpPr>
      <p:sp>
        <p:nvSpPr>
          <p:cNvPr id="1048702" name="Title 4"/>
          <p:cNvSpPr>
            <a:spLocks noGrp="1"/>
          </p:cNvSpPr>
          <p:nvPr/>
        </p:nvSpPr>
        <p:spPr>
          <a:xfrm>
            <a:off x="581192" y="702156"/>
            <a:ext cx="11029616" cy="530296"/>
          </a:xfrm>
          <a:prstGeom prst="rect"/>
        </p:spPr>
        <p:txBody>
          <a:bodyPr anchor="b" bIns="45720" lIns="91440" rIns="91440" rtlCol="0" tIns="45720" vert="horz">
            <a:normAutofit fontScale="86364" lnSpcReduction="20000"/>
          </a:bodyPr>
          <a:lstStyle>
            <a:lvl1pPr algn="l" defTabSz="457200" eaLnBrk="1" hangingPunct="1" latinLnBrk="0" rtl="0">
              <a:lnSpc>
                <a:spcPct val="100000"/>
              </a:lnSpc>
              <a:spcBef>
                <a:spcPct val="0"/>
              </a:spcBef>
              <a:buNone/>
              <a:defRPr b="0" cap="all" sz="2800" kern="1200">
                <a:solidFill>
                  <a:srgbClr val="404040"/>
                </a:solidFill>
                <a:latin typeface="+mj-lt"/>
                <a:ea typeface="+mj-ea"/>
                <a:cs typeface="+mj-cs"/>
              </a:defRPr>
            </a:lvl1pPr>
            <a:lvl2pPr eaLnBrk="1" hangingPunct="1">
              <a:defRPr>
                <a:solidFill>
                  <a:srgbClr val="335B74"/>
                </a:solidFill>
              </a:defRPr>
            </a:lvl2pPr>
            <a:lvl3pPr eaLnBrk="1" hangingPunct="1">
              <a:defRPr>
                <a:solidFill>
                  <a:srgbClr val="335B74"/>
                </a:solidFill>
              </a:defRPr>
            </a:lvl3pPr>
            <a:lvl4pPr eaLnBrk="1" hangingPunct="1">
              <a:defRPr>
                <a:solidFill>
                  <a:srgbClr val="335B74"/>
                </a:solidFill>
              </a:defRPr>
            </a:lvl4pPr>
            <a:lvl5pPr eaLnBrk="1" hangingPunct="1">
              <a:defRPr>
                <a:solidFill>
                  <a:srgbClr val="335B74"/>
                </a:solidFill>
              </a:defRPr>
            </a:lvl5pPr>
            <a:lvl6pPr eaLnBrk="1" hangingPunct="1">
              <a:defRPr>
                <a:solidFill>
                  <a:srgbClr val="335B74"/>
                </a:solidFill>
              </a:defRPr>
            </a:lvl6pPr>
            <a:lvl7pPr eaLnBrk="1" hangingPunct="1">
              <a:defRPr>
                <a:solidFill>
                  <a:srgbClr val="335B74"/>
                </a:solidFill>
              </a:defRPr>
            </a:lvl7pPr>
            <a:lvl8pPr eaLnBrk="1" hangingPunct="1">
              <a:defRPr>
                <a:solidFill>
                  <a:srgbClr val="335B74"/>
                </a:solidFill>
              </a:defRPr>
            </a:lvl8pPr>
            <a:lvl9pPr eaLnBrk="1" hangingPunct="1">
              <a:defRPr>
                <a:solidFill>
                  <a:srgbClr val="335B74"/>
                </a:solidFill>
              </a:defRPr>
            </a:lvl9pPr>
          </a:lstStyle>
          <a:p>
            <a:r>
              <a:rPr b="1" sz="4400" lang="en-US">
                <a:solidFill>
                  <a:srgbClr val="1CADE4"/>
                </a:solidFill>
                <a:latin typeface="Arial"/>
                <a:ea typeface="+mj-lt"/>
                <a:cs typeface="Arial"/>
              </a:rPr>
              <a:t>Result</a:t>
            </a:r>
            <a:endParaRPr lang="en-US"/>
          </a:p>
        </p:txBody>
      </p:sp>
      <p:pic>
        <p:nvPicPr>
          <p:cNvPr id="2097159" name=""/>
          <p:cNvPicPr>
            <a:picLocks/>
          </p:cNvPicPr>
          <p:nvPr/>
        </p:nvPicPr>
        <p:blipFill>
          <a:blip xmlns:r="http://schemas.openxmlformats.org/officeDocument/2006/relationships" r:embed="rId1"/>
          <a:stretch>
            <a:fillRect/>
          </a:stretch>
        </p:blipFill>
        <p:spPr>
          <a:xfrm rot="0">
            <a:off x="920131" y="1232452"/>
            <a:ext cx="9318127" cy="5619992"/>
          </a:xfrm>
          <a:prstGeom prst="rec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61" name=""/>
        <p:cNvGrpSpPr/>
        <p:nvPr/>
      </p:nvGrpSpPr>
      <p:grpSpPr>
        <a:xfrm>
          <a:off x="0" y="0"/>
          <a:ext cx="0" cy="0"/>
          <a:chOff x="0" y="0"/>
          <a:chExt cx="0" cy="0"/>
        </a:xfrm>
      </p:grpSpPr>
      <p:sp>
        <p:nvSpPr>
          <p:cNvPr id="1048703" name="Title 4"/>
          <p:cNvSpPr>
            <a:spLocks noGrp="1"/>
          </p:cNvSpPr>
          <p:nvPr/>
        </p:nvSpPr>
        <p:spPr>
          <a:xfrm>
            <a:off x="581192" y="702156"/>
            <a:ext cx="11029616" cy="530296"/>
          </a:xfrm>
          <a:prstGeom prst="rect"/>
        </p:spPr>
        <p:txBody>
          <a:bodyPr anchor="b" bIns="45720" lIns="91440" rIns="91440" rtlCol="0" tIns="45720" vert="horz">
            <a:normAutofit fontScale="86364" lnSpcReduction="20000"/>
          </a:bodyPr>
          <a:lstStyle>
            <a:lvl1pPr algn="l" defTabSz="457200" eaLnBrk="1" hangingPunct="1" latinLnBrk="0" rtl="0">
              <a:lnSpc>
                <a:spcPct val="100000"/>
              </a:lnSpc>
              <a:spcBef>
                <a:spcPct val="0"/>
              </a:spcBef>
              <a:buNone/>
              <a:defRPr b="0" cap="all" sz="2800" kern="1200">
                <a:solidFill>
                  <a:srgbClr val="404040"/>
                </a:solidFill>
                <a:latin typeface="+mj-lt"/>
                <a:ea typeface="+mj-ea"/>
                <a:cs typeface="+mj-cs"/>
              </a:defRPr>
            </a:lvl1pPr>
            <a:lvl2pPr eaLnBrk="1" hangingPunct="1">
              <a:defRPr>
                <a:solidFill>
                  <a:srgbClr val="335B74"/>
                </a:solidFill>
              </a:defRPr>
            </a:lvl2pPr>
            <a:lvl3pPr eaLnBrk="1" hangingPunct="1">
              <a:defRPr>
                <a:solidFill>
                  <a:srgbClr val="335B74"/>
                </a:solidFill>
              </a:defRPr>
            </a:lvl3pPr>
            <a:lvl4pPr eaLnBrk="1" hangingPunct="1">
              <a:defRPr>
                <a:solidFill>
                  <a:srgbClr val="335B74"/>
                </a:solidFill>
              </a:defRPr>
            </a:lvl4pPr>
            <a:lvl5pPr eaLnBrk="1" hangingPunct="1">
              <a:defRPr>
                <a:solidFill>
                  <a:srgbClr val="335B74"/>
                </a:solidFill>
              </a:defRPr>
            </a:lvl5pPr>
            <a:lvl6pPr eaLnBrk="1" hangingPunct="1">
              <a:defRPr>
                <a:solidFill>
                  <a:srgbClr val="335B74"/>
                </a:solidFill>
              </a:defRPr>
            </a:lvl6pPr>
            <a:lvl7pPr eaLnBrk="1" hangingPunct="1">
              <a:defRPr>
                <a:solidFill>
                  <a:srgbClr val="335B74"/>
                </a:solidFill>
              </a:defRPr>
            </a:lvl7pPr>
            <a:lvl8pPr eaLnBrk="1" hangingPunct="1">
              <a:defRPr>
                <a:solidFill>
                  <a:srgbClr val="335B74"/>
                </a:solidFill>
              </a:defRPr>
            </a:lvl8pPr>
            <a:lvl9pPr eaLnBrk="1" hangingPunct="1">
              <a:defRPr>
                <a:solidFill>
                  <a:srgbClr val="335B74"/>
                </a:solidFill>
              </a:defRPr>
            </a:lvl9pPr>
          </a:lstStyle>
          <a:p>
            <a:r>
              <a:rPr b="1" sz="4400" lang="en-US">
                <a:solidFill>
                  <a:srgbClr val="1CADE4"/>
                </a:solidFill>
                <a:latin typeface="Arial"/>
                <a:ea typeface="+mj-lt"/>
                <a:cs typeface="Arial"/>
              </a:rPr>
              <a:t>Result</a:t>
            </a:r>
            <a:endParaRPr lang="en-US"/>
          </a:p>
        </p:txBody>
      </p:sp>
      <p:pic>
        <p:nvPicPr>
          <p:cNvPr id="2097160" name=""/>
          <p:cNvPicPr>
            <a:picLocks/>
          </p:cNvPicPr>
          <p:nvPr/>
        </p:nvPicPr>
        <p:blipFill>
          <a:blip xmlns:r="http://schemas.openxmlformats.org/officeDocument/2006/relationships" r:embed="rId1"/>
          <a:stretch>
            <a:fillRect/>
          </a:stretch>
        </p:blipFill>
        <p:spPr>
          <a:xfrm rot="0">
            <a:off x="581191" y="1232452"/>
            <a:ext cx="9187441" cy="5559825"/>
          </a:xfrm>
          <a:prstGeom prst="rec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68" name=""/>
        <p:cNvGrpSpPr/>
        <p:nvPr/>
      </p:nvGrpSpPr>
      <p:grpSpPr>
        <a:xfrm>
          <a:off x="0" y="0"/>
          <a:ext cx="0" cy="0"/>
          <a:chOff x="0" y="0"/>
          <a:chExt cx="0" cy="0"/>
        </a:xfrm>
      </p:grpSpPr>
      <p:sp>
        <p:nvSpPr>
          <p:cNvPr id="1048705" name="Title 4"/>
          <p:cNvSpPr>
            <a:spLocks noGrp="1"/>
          </p:cNvSpPr>
          <p:nvPr/>
        </p:nvSpPr>
        <p:spPr>
          <a:xfrm>
            <a:off x="581192" y="702156"/>
            <a:ext cx="11029616" cy="530296"/>
          </a:xfrm>
          <a:prstGeom prst="rect"/>
        </p:spPr>
        <p:txBody>
          <a:bodyPr anchor="b" bIns="45720" lIns="91440" rIns="91440" rtlCol="0" tIns="45720" vert="horz">
            <a:normAutofit fontScale="86364" lnSpcReduction="20000"/>
          </a:bodyPr>
          <a:lstStyle>
            <a:lvl1pPr algn="l" defTabSz="457200" eaLnBrk="1" hangingPunct="1" latinLnBrk="0" rtl="0">
              <a:lnSpc>
                <a:spcPct val="100000"/>
              </a:lnSpc>
              <a:spcBef>
                <a:spcPct val="0"/>
              </a:spcBef>
              <a:buNone/>
              <a:defRPr b="0" cap="all" sz="2800" kern="1200">
                <a:solidFill>
                  <a:srgbClr val="404040"/>
                </a:solidFill>
                <a:latin typeface="+mj-lt"/>
                <a:ea typeface="+mj-ea"/>
                <a:cs typeface="+mj-cs"/>
              </a:defRPr>
            </a:lvl1pPr>
            <a:lvl2pPr eaLnBrk="1" hangingPunct="1">
              <a:defRPr>
                <a:solidFill>
                  <a:srgbClr val="335B74"/>
                </a:solidFill>
              </a:defRPr>
            </a:lvl2pPr>
            <a:lvl3pPr eaLnBrk="1" hangingPunct="1">
              <a:defRPr>
                <a:solidFill>
                  <a:srgbClr val="335B74"/>
                </a:solidFill>
              </a:defRPr>
            </a:lvl3pPr>
            <a:lvl4pPr eaLnBrk="1" hangingPunct="1">
              <a:defRPr>
                <a:solidFill>
                  <a:srgbClr val="335B74"/>
                </a:solidFill>
              </a:defRPr>
            </a:lvl4pPr>
            <a:lvl5pPr eaLnBrk="1" hangingPunct="1">
              <a:defRPr>
                <a:solidFill>
                  <a:srgbClr val="335B74"/>
                </a:solidFill>
              </a:defRPr>
            </a:lvl5pPr>
            <a:lvl6pPr eaLnBrk="1" hangingPunct="1">
              <a:defRPr>
                <a:solidFill>
                  <a:srgbClr val="335B74"/>
                </a:solidFill>
              </a:defRPr>
            </a:lvl6pPr>
            <a:lvl7pPr eaLnBrk="1" hangingPunct="1">
              <a:defRPr>
                <a:solidFill>
                  <a:srgbClr val="335B74"/>
                </a:solidFill>
              </a:defRPr>
            </a:lvl7pPr>
            <a:lvl8pPr eaLnBrk="1" hangingPunct="1">
              <a:defRPr>
                <a:solidFill>
                  <a:srgbClr val="335B74"/>
                </a:solidFill>
              </a:defRPr>
            </a:lvl8pPr>
            <a:lvl9pPr eaLnBrk="1" hangingPunct="1">
              <a:defRPr>
                <a:solidFill>
                  <a:srgbClr val="335B74"/>
                </a:solidFill>
              </a:defRPr>
            </a:lvl9pPr>
          </a:lstStyle>
          <a:p>
            <a:r>
              <a:rPr b="1" sz="4400" lang="en-US">
                <a:solidFill>
                  <a:srgbClr val="1CADE4"/>
                </a:solidFill>
                <a:latin typeface="Arial"/>
                <a:ea typeface="+mj-lt"/>
                <a:cs typeface="Arial"/>
              </a:rPr>
              <a:t>Result</a:t>
            </a:r>
            <a:endParaRPr lang="en-US"/>
          </a:p>
        </p:txBody>
      </p:sp>
      <p:pic>
        <p:nvPicPr>
          <p:cNvPr id="2097161" name=""/>
          <p:cNvPicPr>
            <a:picLocks/>
          </p:cNvPicPr>
          <p:nvPr/>
        </p:nvPicPr>
        <p:blipFill>
          <a:blip xmlns:r="http://schemas.openxmlformats.org/officeDocument/2006/relationships" r:embed="rId1"/>
          <a:stretch>
            <a:fillRect/>
          </a:stretch>
        </p:blipFill>
        <p:spPr>
          <a:xfrm rot="0">
            <a:off x="0" y="1232452"/>
            <a:ext cx="11808571" cy="5061857"/>
          </a:xfrm>
          <a:prstGeom prst="rec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37" name=""/>
        <p:cNvGrpSpPr/>
        <p:nvPr/>
      </p:nvGrpSpPr>
      <p:grpSpPr>
        <a:xfrm>
          <a:off x="0" y="0"/>
          <a:ext cx="0" cy="0"/>
          <a:chOff x="0" y="0"/>
          <a:chExt cx="0" cy="0"/>
        </a:xfrm>
      </p:grpSpPr>
      <p:sp>
        <p:nvSpPr>
          <p:cNvPr id="1048607" name="Title 4"/>
          <p:cNvSpPr>
            <a:spLocks noGrp="1"/>
          </p:cNvSpPr>
          <p:nvPr>
            <p:ph type="title"/>
          </p:nvPr>
        </p:nvSpPr>
        <p:spPr/>
        <p:txBody>
          <a:bodyPr>
            <a:normAutofit fontScale="90000"/>
          </a:bodyPr>
          <a:p>
            <a:r>
              <a:rPr b="1" sz="4400" lang="en-US">
                <a:solidFill>
                  <a:schemeClr val="accent1"/>
                </a:solidFill>
                <a:latin typeface="Arial"/>
                <a:ea typeface="+mj-lt"/>
                <a:cs typeface="Arial"/>
              </a:rPr>
              <a:t>Conclusion</a:t>
            </a:r>
            <a:endParaRPr lang="en-US"/>
          </a:p>
        </p:txBody>
      </p:sp>
      <p:sp>
        <p:nvSpPr>
          <p:cNvPr id="1048608" name=""/>
          <p:cNvSpPr txBox="1"/>
          <p:nvPr/>
        </p:nvSpPr>
        <p:spPr>
          <a:xfrm>
            <a:off x="833436" y="1585662"/>
            <a:ext cx="8749290" cy="2987041"/>
          </a:xfrm>
          <a:prstGeom prst="rect"/>
        </p:spPr>
        <p:txBody>
          <a:bodyPr rtlCol="0" wrap="square">
            <a:spAutoFit/>
          </a:bodyPr>
          <a:p>
            <a:r>
              <a:rPr sz="3200" lang="en-GB">
                <a:solidFill>
                  <a:srgbClr val="000000"/>
                </a:solidFill>
              </a:rPr>
              <a:t>This AI Nutrition Agent offers a personalized and scalable solution to modern dietary challenges by leveraging IBM’s AI technologies. It simulates expert-level nutrition guidance without the need for physical consultations, promoting healthier lifestyles.</a:t>
            </a:r>
            <a:endParaRPr sz="2800" lang="en-GB">
              <a:solidFill>
                <a:srgbClr val="0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38" name=""/>
        <p:cNvGrpSpPr/>
        <p:nvPr/>
      </p:nvGrpSpPr>
      <p:grpSpPr>
        <a:xfrm>
          <a:off x="0" y="0"/>
          <a:ext cx="0" cy="0"/>
          <a:chOff x="0" y="0"/>
          <a:chExt cx="0" cy="0"/>
        </a:xfrm>
      </p:grpSpPr>
      <p:sp>
        <p:nvSpPr>
          <p:cNvPr id="1048609" name="Title 4"/>
          <p:cNvSpPr txBox="1"/>
          <p:nvPr/>
        </p:nvSpPr>
        <p:spPr>
          <a:xfrm>
            <a:off x="535670" y="844659"/>
            <a:ext cx="11029616" cy="530296"/>
          </a:xfrm>
          <a:prstGeom prst="rect"/>
        </p:spPr>
        <p:txBody>
          <a:bodyPr anchor="b" bIns="45720" lIns="91440" rIns="91440" rtlCol="0" tIns="45720" vert="horz">
            <a:normAutofit fontScale="86364" lnSpcReduction="20000"/>
          </a:bodyPr>
          <a:lstStyle>
            <a:lvl1pPr algn="l" defTabSz="457200" eaLnBrk="1" hangingPunct="1" latinLnBrk="0" rtl="0">
              <a:lnSpc>
                <a:spcPct val="100000"/>
              </a:lnSpc>
              <a:spcBef>
                <a:spcPct val="0"/>
              </a:spcBef>
              <a:buNone/>
              <a:defRPr b="0" cap="all" sz="2800" kern="1200">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b="1" dirty="0" sz="4400" lang="en-US">
                <a:solidFill>
                  <a:schemeClr val="accent1"/>
                </a:solidFill>
                <a:latin typeface="Arial"/>
                <a:cs typeface="Arial"/>
              </a:rPr>
              <a:t>Future scope</a:t>
            </a:r>
          </a:p>
        </p:txBody>
      </p:sp>
      <p:sp>
        <p:nvSpPr>
          <p:cNvPr id="1048610" name=""/>
          <p:cNvSpPr txBox="1"/>
          <p:nvPr/>
        </p:nvSpPr>
        <p:spPr>
          <a:xfrm>
            <a:off x="535669" y="1374955"/>
            <a:ext cx="11119716" cy="5958839"/>
          </a:xfrm>
          <a:prstGeom prst="rect"/>
        </p:spPr>
        <p:txBody>
          <a:bodyPr rtlCol="0" wrap="square">
            <a:spAutoFit/>
          </a:bodyPr>
          <a:p>
            <a:r>
              <a:rPr sz="3600" lang="en-GB">
                <a:solidFill>
                  <a:srgbClr val="000000"/>
                </a:solidFill>
              </a:rPr>
              <a:t>Integration with wearable fitness devices and health apps
Multilingual and regional food database inclusion
Real-time allergy detection and alerting system
Diet planning for specific conditions like diabetes, PCOS, or bodybuilding
Offline functionality with sync when online</a:t>
            </a:r>
            <a:endParaRPr sz="2800" lang="en-GB">
              <a:solidFill>
                <a:srgbClr val="00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39" name=""/>
        <p:cNvGrpSpPr/>
        <p:nvPr/>
      </p:nvGrpSpPr>
      <p:grpSpPr>
        <a:xfrm>
          <a:off x="0" y="0"/>
          <a:ext cx="0" cy="0"/>
          <a:chOff x="0" y="0"/>
          <a:chExt cx="0" cy="0"/>
        </a:xfrm>
      </p:grpSpPr>
      <p:sp>
        <p:nvSpPr>
          <p:cNvPr id="1048611" name="Title 4"/>
          <p:cNvSpPr>
            <a:spLocks noGrp="1"/>
          </p:cNvSpPr>
          <p:nvPr>
            <p:ph type="title"/>
          </p:nvPr>
        </p:nvSpPr>
        <p:spPr/>
        <p:txBody>
          <a:bodyPr>
            <a:normAutofit fontScale="90000"/>
          </a:bodyPr>
          <a:p>
            <a:r>
              <a:rPr b="1" sz="4400" lang="en-US">
                <a:solidFill>
                  <a:schemeClr val="accent1"/>
                </a:solidFill>
                <a:latin typeface="Arial"/>
                <a:ea typeface="+mj-lt"/>
                <a:cs typeface="Arial"/>
              </a:rPr>
              <a:t>References</a:t>
            </a:r>
            <a:endParaRPr lang="en-US"/>
          </a:p>
        </p:txBody>
      </p:sp>
      <p:sp>
        <p:nvSpPr>
          <p:cNvPr id="1048612" name=""/>
          <p:cNvSpPr txBox="1"/>
          <p:nvPr/>
        </p:nvSpPr>
        <p:spPr>
          <a:xfrm>
            <a:off x="922914" y="1637174"/>
            <a:ext cx="8718983" cy="3863340"/>
          </a:xfrm>
          <a:prstGeom prst="rect"/>
        </p:spPr>
        <p:txBody>
          <a:bodyPr rtlCol="0" wrap="square">
            <a:spAutoFit/>
          </a:bodyPr>
          <a:p>
            <a:r>
              <a:rPr sz="2800" lang="en-GB">
                <a:solidFill>
                  <a:srgbClr val="000000"/>
                </a:solidFill>
              </a:rPr>
              <a:t>IBM Cloud Documentation
IBM Granite Foundation Model Docs
Nutrition and Dietetics Research Articles
WHO &amp; FDA Nutritional Guidelines
Edunet Foundation Resources</a:t>
            </a:r>
            <a:endParaRPr sz="2800" lang="en-GB">
              <a:solidFill>
                <a:srgbClr val="0000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40" name=""/>
        <p:cNvGrpSpPr/>
        <p:nvPr/>
      </p:nvGrpSpPr>
      <p:grpSpPr>
        <a:xfrm>
          <a:off x="0" y="0"/>
          <a:ext cx="0" cy="0"/>
          <a:chOff x="0" y="0"/>
          <a:chExt cx="0" cy="0"/>
        </a:xfrm>
      </p:grpSpPr>
      <p:sp>
        <p:nvSpPr>
          <p:cNvPr id="1048613" name="Title 1"/>
          <p:cNvSpPr>
            <a:spLocks noGrp="1"/>
          </p:cNvSpPr>
          <p:nvPr>
            <p:ph type="title"/>
          </p:nvPr>
        </p:nvSpPr>
        <p:spPr/>
        <p:txBody>
          <a:bodyPr/>
          <a:p>
            <a:r>
              <a:rPr dirty="0" lang="en-IN">
                <a:solidFill>
                  <a:schemeClr val="accent1"/>
                </a:solidFill>
              </a:rPr>
              <a:t>IBM Certifications</a:t>
            </a:r>
          </a:p>
        </p:txBody>
      </p:sp>
      <p:pic>
        <p:nvPicPr>
          <p:cNvPr id="2097153" name=""/>
          <p:cNvPicPr>
            <a:picLocks/>
          </p:cNvPicPr>
          <p:nvPr/>
        </p:nvPicPr>
        <p:blipFill>
          <a:blip xmlns:r="http://schemas.openxmlformats.org/officeDocument/2006/relationships" r:embed="rId1"/>
          <a:stretch>
            <a:fillRect/>
          </a:stretch>
        </p:blipFill>
        <p:spPr>
          <a:xfrm rot="21600000">
            <a:off x="1218868" y="1232451"/>
            <a:ext cx="8095322" cy="5394775"/>
          </a:xfrm>
          <a:prstGeom prst="rec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41" name=""/>
        <p:cNvGrpSpPr/>
        <p:nvPr/>
      </p:nvGrpSpPr>
      <p:grpSpPr>
        <a:xfrm>
          <a:off x="0" y="0"/>
          <a:ext cx="0" cy="0"/>
          <a:chOff x="0" y="0"/>
          <a:chExt cx="0" cy="0"/>
        </a:xfrm>
      </p:grpSpPr>
      <p:sp>
        <p:nvSpPr>
          <p:cNvPr id="1048614" name="Title 1"/>
          <p:cNvSpPr>
            <a:spLocks noGrp="1"/>
          </p:cNvSpPr>
          <p:nvPr>
            <p:ph type="title"/>
          </p:nvPr>
        </p:nvSpPr>
        <p:spPr/>
        <p:txBody>
          <a:bodyPr/>
          <a:p>
            <a:r>
              <a:rPr dirty="0" lang="en-IN">
                <a:solidFill>
                  <a:schemeClr val="accent1"/>
                </a:solidFill>
              </a:rPr>
              <a:t>IBM Certifications</a:t>
            </a:r>
          </a:p>
        </p:txBody>
      </p:sp>
      <p:pic>
        <p:nvPicPr>
          <p:cNvPr id="2097154" name=""/>
          <p:cNvPicPr>
            <a:picLocks/>
          </p:cNvPicPr>
          <p:nvPr/>
        </p:nvPicPr>
        <p:blipFill>
          <a:blip xmlns:r="http://schemas.openxmlformats.org/officeDocument/2006/relationships" r:embed="rId1"/>
          <a:stretch>
            <a:fillRect/>
          </a:stretch>
        </p:blipFill>
        <p:spPr>
          <a:xfrm rot="0">
            <a:off x="1248998" y="1453051"/>
            <a:ext cx="7948832" cy="5404948"/>
          </a:xfrm>
          <a:prstGeom prst="rec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42" name=""/>
        <p:cNvGrpSpPr/>
        <p:nvPr/>
      </p:nvGrpSpPr>
      <p:grpSpPr>
        <a:xfrm>
          <a:off x="0" y="0"/>
          <a:ext cx="0" cy="0"/>
          <a:chOff x="0" y="0"/>
          <a:chExt cx="0" cy="0"/>
        </a:xfrm>
      </p:grpSpPr>
      <p:sp>
        <p:nvSpPr>
          <p:cNvPr id="1048615" name="Title 1"/>
          <p:cNvSpPr>
            <a:spLocks noGrp="1"/>
          </p:cNvSpPr>
          <p:nvPr>
            <p:ph type="title"/>
          </p:nvPr>
        </p:nvSpPr>
        <p:spPr/>
        <p:txBody>
          <a:bodyPr/>
          <a:p>
            <a:r>
              <a:rPr dirty="0" lang="en-IN">
                <a:solidFill>
                  <a:schemeClr val="accent1"/>
                </a:solidFill>
              </a:rPr>
              <a:t>IBM Certifications</a:t>
            </a:r>
          </a:p>
        </p:txBody>
      </p:sp>
      <p:pic>
        <p:nvPicPr>
          <p:cNvPr id="2097155" name=""/>
          <p:cNvPicPr>
            <a:picLocks/>
          </p:cNvPicPr>
          <p:nvPr/>
        </p:nvPicPr>
        <p:blipFill>
          <a:blip xmlns:r="http://schemas.openxmlformats.org/officeDocument/2006/relationships" r:embed="rId1"/>
          <a:stretch>
            <a:fillRect/>
          </a:stretch>
        </p:blipFill>
        <p:spPr>
          <a:xfrm rot="0">
            <a:off x="282775" y="1232451"/>
            <a:ext cx="9896068" cy="5944387"/>
          </a:xfrm>
          <a:prstGeom prst="rec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44" name=""/>
        <p:cNvGrpSpPr/>
        <p:nvPr/>
      </p:nvGrpSpPr>
      <p:grpSpPr>
        <a:xfrm>
          <a:off x="0" y="0"/>
          <a:ext cx="0" cy="0"/>
          <a:chOff x="0" y="0"/>
          <a:chExt cx="0" cy="0"/>
        </a:xfrm>
      </p:grpSpPr>
      <p:sp>
        <p:nvSpPr>
          <p:cNvPr id="1048620" name="Title 4"/>
          <p:cNvSpPr>
            <a:spLocks noGrp="1"/>
          </p:cNvSpPr>
          <p:nvPr>
            <p:ph type="title"/>
          </p:nvPr>
        </p:nvSpPr>
        <p:spPr>
          <a:xfrm>
            <a:off x="1463041" y="2766218"/>
            <a:ext cx="9298744" cy="1325563"/>
          </a:xfrm>
        </p:spPr>
        <p:txBody>
          <a:bodyPr/>
          <a:p>
            <a:pPr algn="ctr"/>
            <a:r>
              <a:rPr b="1" lang="en-US">
                <a:solidFill>
                  <a:srgbClr val="002060"/>
                </a:solidFill>
                <a:latin typeface="Arial" panose="020B0604020202020204" pitchFamily="34" charset="0"/>
                <a:cs typeface="Arial" panose="020B0604020202020204" pitchFamily="34" charset="0"/>
              </a:rPr>
              <a:t>THANK YOU</a:t>
            </a:r>
          </a:p>
        </p:txBody>
      </p:sp>
    </p:spTree>
  </p:cSld>
  <p:clrMapOvr>
    <a:masterClrMapping/>
  </p:clrMapOvr>
</p:sld>
</file>

<file path=ppt/theme/theme1.xml><?xml version="1.0" encoding="utf-8"?>
<a:theme xmlns:a="http://schemas.openxmlformats.org/drawingml/2006/main" name="DividendVTI">
  <a:themeElements>
    <a:clrScheme name="Blue II">
      <a:dk1>
        <a:sysClr lastClr="000000" val="windowText"/>
      </a:dk1>
      <a:lt1>
        <a:sysClr lastClr="FFFFFF" val="window"/>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r="5400000" dist="25400" rotWithShape="0">
              <a:srgbClr val="000000">
                <a:alpha val="55000"/>
              </a:srgbClr>
            </a:outerShdw>
          </a:effectLst>
        </a:effectStyle>
        <a:effectStyle>
          <a:effectLst>
            <a:outerShdw blurRad="88900" dir="5040000" dist="38100" rotWithShape="0">
              <a:srgbClr val="000000">
                <a:alpha val="60000"/>
              </a:srgbClr>
            </a:outerShdw>
          </a:effectLst>
          <a:scene3d>
            <a:camera prst="orthographicFront">
              <a:rot lat="0" lon="0" rev="0"/>
            </a:camera>
            <a:lightRig dir="tl" rig="threePt">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algn="ctr" blurRad="57150" dir="5400000" dist="19050"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theme>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Application>Microsoft Office PowerPoint</Application>
  <ScaleCrop>0</ScaleCrop>
  <LinksUpToDate>0</LinksUpToDate>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SkillsBuild Partner Update template</dc:title>
  <dc:creator>Vaibhav Ostwal</dc:creator>
  <cp:lastModifiedBy>Eluri Narendra</cp:lastModifiedBy>
  <dcterms:created xsi:type="dcterms:W3CDTF">2021-05-25T18:50:10Z</dcterms:created>
  <dcterms:modified xsi:type="dcterms:W3CDTF">2025-08-03T13:56:53Z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y fmtid="{D5CDD505-2E9C-101B-9397-08002B2CF9AE}" pid="3" name="ICV">
    <vt:lpwstr>d8eb42ee777544ae881a9e445ce4c29a</vt:lpwstr>
  </property>
</Properties>
</file>